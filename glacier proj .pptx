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Work Sans Medium"/>
      <p:regular r:id="rId22"/>
      <p:bold r:id="rId23"/>
      <p:italic r:id="rId24"/>
      <p:boldItalic r:id="rId25"/>
    </p:embeddedFont>
    <p:embeddedFont>
      <p:font typeface="Work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WorkSansMedium-regular.fntdata"/><Relationship Id="rId21" Type="http://schemas.openxmlformats.org/officeDocument/2006/relationships/slide" Target="slides/slide16.xml"/><Relationship Id="rId24" Type="http://schemas.openxmlformats.org/officeDocument/2006/relationships/font" Target="fonts/WorkSansMedium-italic.fntdata"/><Relationship Id="rId23" Type="http://schemas.openxmlformats.org/officeDocument/2006/relationships/font" Target="fonts/Work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-regular.fntdata"/><Relationship Id="rId25" Type="http://schemas.openxmlformats.org/officeDocument/2006/relationships/font" Target="fonts/WorkSansMedium-boldItalic.fntdata"/><Relationship Id="rId28" Type="http://schemas.openxmlformats.org/officeDocument/2006/relationships/font" Target="fonts/WorkSans-italic.fntdata"/><Relationship Id="rId27" Type="http://schemas.openxmlformats.org/officeDocument/2006/relationships/font" Target="fonts/Work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badfa3ad4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dbadfa3ad4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badfa3ad4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dbadfa3ad4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badfa3ad4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dbadfa3ad4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badfa3ad4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dbadfa3ad4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badfa3ad4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dbadfa3ad4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badfa3ad4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dbadfa3ad4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badfa3ad4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dbadfa3ad4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e79d28e4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e79d28e4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dbadfa3ad4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dbadfa3ad4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badfa3ad4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dbadfa3ad4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dbadfa3ad4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dbadfa3ad4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dbe9ab238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dbe9ab238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dbe9ab238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dbe9ab238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dbe9ab238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dbe9ab238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badfa3ad4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dbadfa3ad4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dbadfa3ad4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dbadfa3ad4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6655200" y="2571900"/>
            <a:ext cx="2488800" cy="25809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0" y="0"/>
            <a:ext cx="6655200" cy="32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655200" y="0"/>
            <a:ext cx="2488800" cy="257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3234000"/>
            <a:ext cx="6655200" cy="190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solidFill>
                <a:schemeClr val="accent4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774850" y="0"/>
            <a:ext cx="2369100" cy="19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0" y="0"/>
            <a:ext cx="6655200" cy="32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"/>
              <a:buNone/>
              <a:defRPr sz="6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131700" y="3950550"/>
            <a:ext cx="2964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sk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55500" y="3408425"/>
            <a:ext cx="3088500" cy="17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47600" y="0"/>
            <a:ext cx="5307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3" name="Google Shape;23;p3"/>
          <p:cNvSpPr/>
          <p:nvPr>
            <p:ph idx="3" type="pic"/>
          </p:nvPr>
        </p:nvSpPr>
        <p:spPr>
          <a:xfrm>
            <a:off x="6055500" y="0"/>
            <a:ext cx="3088500" cy="34083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3"/>
          <p:cNvSpPr txBox="1"/>
          <p:nvPr>
            <p:ph idx="4" type="body"/>
          </p:nvPr>
        </p:nvSpPr>
        <p:spPr>
          <a:xfrm>
            <a:off x="6059050" y="4398400"/>
            <a:ext cx="1430400" cy="7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1064600" y="1401375"/>
            <a:ext cx="34392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5" type="title"/>
          </p:nvPr>
        </p:nvSpPr>
        <p:spPr>
          <a:xfrm>
            <a:off x="6055500" y="3408300"/>
            <a:ext cx="18114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6" type="body"/>
          </p:nvPr>
        </p:nvSpPr>
        <p:spPr>
          <a:xfrm>
            <a:off x="1064600" y="2668225"/>
            <a:ext cx="44646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>
            <p:ph idx="2" type="pic"/>
          </p:nvPr>
        </p:nvSpPr>
        <p:spPr>
          <a:xfrm>
            <a:off x="7008875" y="0"/>
            <a:ext cx="2135100" cy="22152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3" type="pic"/>
          </p:nvPr>
        </p:nvSpPr>
        <p:spPr>
          <a:xfrm>
            <a:off x="4791600" y="2215125"/>
            <a:ext cx="2215200" cy="292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"/>
          <p:cNvSpPr/>
          <p:nvPr/>
        </p:nvSpPr>
        <p:spPr>
          <a:xfrm>
            <a:off x="0" y="0"/>
            <a:ext cx="7662600" cy="221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0" y="2215125"/>
            <a:ext cx="4791600" cy="292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4"/>
          <p:cNvSpPr/>
          <p:nvPr/>
        </p:nvSpPr>
        <p:spPr>
          <a:xfrm>
            <a:off x="7008875" y="2215200"/>
            <a:ext cx="2135100" cy="292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145500" y="3929025"/>
            <a:ext cx="2215200" cy="12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45500" y="-100"/>
            <a:ext cx="47916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Work Sans"/>
              <a:buNone/>
              <a:defRPr sz="15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747600" y="0"/>
            <a:ext cx="4512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259825" y="0"/>
            <a:ext cx="3888000" cy="257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" name="Google Shape;40;p5"/>
          <p:cNvSpPr/>
          <p:nvPr/>
        </p:nvSpPr>
        <p:spPr>
          <a:xfrm>
            <a:off x="5259900" y="2571750"/>
            <a:ext cx="19473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" name="Google Shape;41;p5"/>
          <p:cNvSpPr/>
          <p:nvPr/>
        </p:nvSpPr>
        <p:spPr>
          <a:xfrm>
            <a:off x="7210800" y="3857775"/>
            <a:ext cx="1947300" cy="128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p5"/>
          <p:cNvSpPr/>
          <p:nvPr/>
        </p:nvSpPr>
        <p:spPr>
          <a:xfrm>
            <a:off x="7207200" y="2571750"/>
            <a:ext cx="1947300" cy="128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" name="Google Shape;43;p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46" name="Google Shape;46;p5"/>
          <p:cNvSpPr txBox="1"/>
          <p:nvPr>
            <p:ph type="title"/>
          </p:nvPr>
        </p:nvSpPr>
        <p:spPr>
          <a:xfrm>
            <a:off x="1037175" y="1735275"/>
            <a:ext cx="3969300" cy="32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3" type="title"/>
          </p:nvPr>
        </p:nvSpPr>
        <p:spPr>
          <a:xfrm>
            <a:off x="5263800" y="50"/>
            <a:ext cx="37386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Work Sans Medium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9pPr>
          </a:lstStyle>
          <a:p/>
        </p:txBody>
      </p:sp>
      <p:sp>
        <p:nvSpPr>
          <p:cNvPr id="48" name="Google Shape;48;p5"/>
          <p:cNvSpPr txBox="1"/>
          <p:nvPr>
            <p:ph idx="4" type="title"/>
          </p:nvPr>
        </p:nvSpPr>
        <p:spPr>
          <a:xfrm>
            <a:off x="5259825" y="2571900"/>
            <a:ext cx="19473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/>
        </p:txBody>
      </p:sp>
      <p:sp>
        <p:nvSpPr>
          <p:cNvPr id="49" name="Google Shape;49;p5"/>
          <p:cNvSpPr txBox="1"/>
          <p:nvPr>
            <p:ph idx="5" type="title"/>
          </p:nvPr>
        </p:nvSpPr>
        <p:spPr>
          <a:xfrm>
            <a:off x="7207200" y="2572025"/>
            <a:ext cx="1947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/>
        </p:txBody>
      </p:sp>
      <p:sp>
        <p:nvSpPr>
          <p:cNvPr id="50" name="Google Shape;50;p5"/>
          <p:cNvSpPr txBox="1"/>
          <p:nvPr>
            <p:ph idx="6" type="title"/>
          </p:nvPr>
        </p:nvSpPr>
        <p:spPr>
          <a:xfrm>
            <a:off x="7210800" y="3857775"/>
            <a:ext cx="1947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/>
        </p:txBody>
      </p:sp>
      <p:sp>
        <p:nvSpPr>
          <p:cNvPr id="51" name="Google Shape;51;p5"/>
          <p:cNvSpPr txBox="1"/>
          <p:nvPr>
            <p:ph idx="7" type="body"/>
          </p:nvPr>
        </p:nvSpPr>
        <p:spPr>
          <a:xfrm>
            <a:off x="5259900" y="4398400"/>
            <a:ext cx="1947300" cy="7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8" type="body"/>
          </p:nvPr>
        </p:nvSpPr>
        <p:spPr>
          <a:xfrm>
            <a:off x="7207200" y="4550875"/>
            <a:ext cx="1947300" cy="59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9" type="body"/>
          </p:nvPr>
        </p:nvSpPr>
        <p:spPr>
          <a:xfrm>
            <a:off x="7207200" y="3439575"/>
            <a:ext cx="1947300" cy="4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3" type="body"/>
          </p:nvPr>
        </p:nvSpPr>
        <p:spPr>
          <a:xfrm>
            <a:off x="5263800" y="2095500"/>
            <a:ext cx="2109900" cy="4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4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lues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" name="Google Shape;59;p6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61" name="Google Shape;61;p6"/>
          <p:cNvSpPr/>
          <p:nvPr/>
        </p:nvSpPr>
        <p:spPr>
          <a:xfrm>
            <a:off x="747600" y="0"/>
            <a:ext cx="83964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747500" y="145525"/>
            <a:ext cx="8396400" cy="14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"/>
              <a:buNone/>
              <a:defRPr sz="6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3" type="subTitle"/>
          </p:nvPr>
        </p:nvSpPr>
        <p:spPr>
          <a:xfrm>
            <a:off x="747600" y="145525"/>
            <a:ext cx="6152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64" name="Google Shape;64;p6"/>
          <p:cNvSpPr/>
          <p:nvPr/>
        </p:nvSpPr>
        <p:spPr>
          <a:xfrm>
            <a:off x="747600" y="1714500"/>
            <a:ext cx="83964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747600" y="3429000"/>
            <a:ext cx="8396400" cy="171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6"/>
          <p:cNvSpPr txBox="1"/>
          <p:nvPr>
            <p:ph idx="4" type="title"/>
          </p:nvPr>
        </p:nvSpPr>
        <p:spPr>
          <a:xfrm>
            <a:off x="747600" y="1870650"/>
            <a:ext cx="8396400" cy="14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5" type="subTitle"/>
          </p:nvPr>
        </p:nvSpPr>
        <p:spPr>
          <a:xfrm>
            <a:off x="747600" y="1870650"/>
            <a:ext cx="5192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6" type="title"/>
          </p:nvPr>
        </p:nvSpPr>
        <p:spPr>
          <a:xfrm>
            <a:off x="747600" y="3595775"/>
            <a:ext cx="8396400" cy="14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7" type="subTitle"/>
          </p:nvPr>
        </p:nvSpPr>
        <p:spPr>
          <a:xfrm>
            <a:off x="747600" y="3595775"/>
            <a:ext cx="6152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sion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743850" y="0"/>
            <a:ext cx="6655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76" name="Google Shape;76;p7"/>
          <p:cNvSpPr/>
          <p:nvPr>
            <p:ph idx="3" type="pic"/>
          </p:nvPr>
        </p:nvSpPr>
        <p:spPr>
          <a:xfrm>
            <a:off x="7398900" y="0"/>
            <a:ext cx="1745100" cy="32340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7"/>
          <p:cNvSpPr txBox="1"/>
          <p:nvPr>
            <p:ph type="title"/>
          </p:nvPr>
        </p:nvSpPr>
        <p:spPr>
          <a:xfrm>
            <a:off x="743700" y="434225"/>
            <a:ext cx="6655200" cy="456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7"/>
          <p:cNvSpPr/>
          <p:nvPr/>
        </p:nvSpPr>
        <p:spPr>
          <a:xfrm>
            <a:off x="7398875" y="3234000"/>
            <a:ext cx="1745100" cy="190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" name="Google Shape;79;p7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1024500" y="560675"/>
            <a:ext cx="5956200" cy="11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905225" y="1736400"/>
            <a:ext cx="8104800" cy="3283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8"/>
          <p:cNvCxnSpPr/>
          <p:nvPr/>
        </p:nvCxnSpPr>
        <p:spPr>
          <a:xfrm>
            <a:off x="895800" y="2559700"/>
            <a:ext cx="8248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8"/>
          <p:cNvCxnSpPr/>
          <p:nvPr/>
        </p:nvCxnSpPr>
        <p:spPr>
          <a:xfrm>
            <a:off x="905225" y="3378188"/>
            <a:ext cx="823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8"/>
          <p:cNvCxnSpPr/>
          <p:nvPr/>
        </p:nvCxnSpPr>
        <p:spPr>
          <a:xfrm>
            <a:off x="905225" y="4199163"/>
            <a:ext cx="823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8"/>
          <p:cNvSpPr txBox="1"/>
          <p:nvPr>
            <p:ph idx="3" type="body"/>
          </p:nvPr>
        </p:nvSpPr>
        <p:spPr>
          <a:xfrm>
            <a:off x="1917650" y="1841500"/>
            <a:ext cx="69069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8"/>
          <p:cNvSpPr txBox="1"/>
          <p:nvPr>
            <p:ph idx="4" type="body"/>
          </p:nvPr>
        </p:nvSpPr>
        <p:spPr>
          <a:xfrm>
            <a:off x="1917650" y="2664150"/>
            <a:ext cx="69069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8"/>
          <p:cNvSpPr txBox="1"/>
          <p:nvPr>
            <p:ph idx="5" type="body"/>
          </p:nvPr>
        </p:nvSpPr>
        <p:spPr>
          <a:xfrm>
            <a:off x="1917650" y="3483888"/>
            <a:ext cx="69069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6" type="body"/>
          </p:nvPr>
        </p:nvSpPr>
        <p:spPr>
          <a:xfrm>
            <a:off x="1917650" y="4304838"/>
            <a:ext cx="69069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7" type="subTitle"/>
          </p:nvPr>
        </p:nvSpPr>
        <p:spPr>
          <a:xfrm>
            <a:off x="1057550" y="187075"/>
            <a:ext cx="2893200" cy="3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747600" y="0"/>
            <a:ext cx="83964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00" name="Google Shape;100;p9"/>
          <p:cNvSpPr txBox="1"/>
          <p:nvPr>
            <p:ph idx="3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ic Objectives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747600" y="25"/>
            <a:ext cx="451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1037175" y="504938"/>
            <a:ext cx="35937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08" name="Google Shape;108;p10"/>
          <p:cNvSpPr/>
          <p:nvPr/>
        </p:nvSpPr>
        <p:spPr>
          <a:xfrm>
            <a:off x="5263450" y="50"/>
            <a:ext cx="3883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10"/>
          <p:cNvSpPr txBox="1"/>
          <p:nvPr>
            <p:ph idx="3" type="body"/>
          </p:nvPr>
        </p:nvSpPr>
        <p:spPr>
          <a:xfrm>
            <a:off x="5593450" y="145550"/>
            <a:ext cx="3223200" cy="48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110" name="Google Shape;110;p10"/>
          <p:cNvSpPr txBox="1"/>
          <p:nvPr>
            <p:ph idx="4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/>
        </p:nvSpPr>
        <p:spPr>
          <a:xfrm>
            <a:off x="747600" y="0"/>
            <a:ext cx="83964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14;p11"/>
          <p:cNvSpPr txBox="1"/>
          <p:nvPr>
            <p:ph type="title"/>
          </p:nvPr>
        </p:nvSpPr>
        <p:spPr>
          <a:xfrm>
            <a:off x="747500" y="-10775"/>
            <a:ext cx="4358700" cy="14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5" name="Google Shape;115;p11"/>
          <p:cNvSpPr/>
          <p:nvPr/>
        </p:nvSpPr>
        <p:spPr>
          <a:xfrm>
            <a:off x="747600" y="1714500"/>
            <a:ext cx="45978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747600" y="3429000"/>
            <a:ext cx="45978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7" name="Google Shape;117;p11"/>
          <p:cNvSpPr txBox="1"/>
          <p:nvPr>
            <p:ph idx="2" type="title"/>
          </p:nvPr>
        </p:nvSpPr>
        <p:spPr>
          <a:xfrm>
            <a:off x="747600" y="1714500"/>
            <a:ext cx="4597800" cy="15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title"/>
          </p:nvPr>
        </p:nvSpPr>
        <p:spPr>
          <a:xfrm>
            <a:off x="747600" y="3439475"/>
            <a:ext cx="4597800" cy="15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9" name="Google Shape;119;p11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4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22" name="Google Shape;122;p11"/>
          <p:cNvSpPr/>
          <p:nvPr/>
        </p:nvSpPr>
        <p:spPr>
          <a:xfrm>
            <a:off x="5345400" y="1714500"/>
            <a:ext cx="3798600" cy="342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11"/>
          <p:cNvSpPr txBox="1"/>
          <p:nvPr>
            <p:ph idx="5" type="title"/>
          </p:nvPr>
        </p:nvSpPr>
        <p:spPr>
          <a:xfrm>
            <a:off x="5345425" y="1714500"/>
            <a:ext cx="3798600" cy="16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24" name="Google Shape;124;p11"/>
          <p:cNvSpPr txBox="1"/>
          <p:nvPr>
            <p:ph idx="6" type="subTitle"/>
          </p:nvPr>
        </p:nvSpPr>
        <p:spPr>
          <a:xfrm>
            <a:off x="743700" y="890725"/>
            <a:ext cx="45978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5" name="Google Shape;125;p11"/>
          <p:cNvSpPr txBox="1"/>
          <p:nvPr>
            <p:ph idx="7" type="subTitle"/>
          </p:nvPr>
        </p:nvSpPr>
        <p:spPr>
          <a:xfrm>
            <a:off x="747600" y="2605775"/>
            <a:ext cx="45978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1"/>
          <p:cNvSpPr txBox="1"/>
          <p:nvPr>
            <p:ph idx="8" type="subTitle"/>
          </p:nvPr>
        </p:nvSpPr>
        <p:spPr>
          <a:xfrm>
            <a:off x="743700" y="4320825"/>
            <a:ext cx="45978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9" type="subTitle"/>
          </p:nvPr>
        </p:nvSpPr>
        <p:spPr>
          <a:xfrm>
            <a:off x="5341500" y="4320825"/>
            <a:ext cx="38025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hart">
  <p:cSld name="TITLE_18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/>
          <p:nvPr/>
        </p:nvSpPr>
        <p:spPr>
          <a:xfrm>
            <a:off x="747600" y="25"/>
            <a:ext cx="8396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892827" y="739300"/>
            <a:ext cx="5105700" cy="66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34" name="Google Shape;134;p12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35" name="Google Shape;135;p12"/>
          <p:cNvSpPr txBox="1"/>
          <p:nvPr>
            <p:ph idx="3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136" name="Google Shape;136;p12"/>
          <p:cNvSpPr/>
          <p:nvPr/>
        </p:nvSpPr>
        <p:spPr>
          <a:xfrm>
            <a:off x="1057551" y="1400900"/>
            <a:ext cx="7940700" cy="3597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2121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7" name="Google Shape;137;p12"/>
          <p:cNvSpPr txBox="1"/>
          <p:nvPr>
            <p:ph type="title"/>
          </p:nvPr>
        </p:nvSpPr>
        <p:spPr>
          <a:xfrm>
            <a:off x="1167250" y="1400900"/>
            <a:ext cx="16386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8" name="Google Shape;138;p12"/>
          <p:cNvCxnSpPr/>
          <p:nvPr/>
        </p:nvCxnSpPr>
        <p:spPr>
          <a:xfrm>
            <a:off x="1057550" y="2600100"/>
            <a:ext cx="7940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2"/>
          <p:cNvCxnSpPr/>
          <p:nvPr/>
        </p:nvCxnSpPr>
        <p:spPr>
          <a:xfrm>
            <a:off x="1057550" y="3799000"/>
            <a:ext cx="7940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2"/>
          <p:cNvSpPr txBox="1"/>
          <p:nvPr>
            <p:ph idx="4" type="title"/>
          </p:nvPr>
        </p:nvSpPr>
        <p:spPr>
          <a:xfrm>
            <a:off x="1167250" y="2600100"/>
            <a:ext cx="16386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2"/>
          <p:cNvSpPr txBox="1"/>
          <p:nvPr>
            <p:ph idx="5" type="title"/>
          </p:nvPr>
        </p:nvSpPr>
        <p:spPr>
          <a:xfrm>
            <a:off x="1167250" y="3799000"/>
            <a:ext cx="16386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2"/>
          <p:cNvSpPr txBox="1"/>
          <p:nvPr>
            <p:ph idx="6" type="body"/>
          </p:nvPr>
        </p:nvSpPr>
        <p:spPr>
          <a:xfrm>
            <a:off x="3892825" y="1401350"/>
            <a:ext cx="19530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3" name="Google Shape;143;p12"/>
          <p:cNvSpPr txBox="1"/>
          <p:nvPr>
            <p:ph idx="7" type="body"/>
          </p:nvPr>
        </p:nvSpPr>
        <p:spPr>
          <a:xfrm>
            <a:off x="6655050" y="1401350"/>
            <a:ext cx="21975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4" name="Google Shape;144;p12"/>
          <p:cNvSpPr txBox="1"/>
          <p:nvPr>
            <p:ph idx="8" type="body"/>
          </p:nvPr>
        </p:nvSpPr>
        <p:spPr>
          <a:xfrm>
            <a:off x="3892825" y="2600000"/>
            <a:ext cx="19530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9" type="body"/>
          </p:nvPr>
        </p:nvSpPr>
        <p:spPr>
          <a:xfrm>
            <a:off x="6655050" y="2600000"/>
            <a:ext cx="21975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6" name="Google Shape;146;p12"/>
          <p:cNvSpPr txBox="1"/>
          <p:nvPr>
            <p:ph idx="13" type="body"/>
          </p:nvPr>
        </p:nvSpPr>
        <p:spPr>
          <a:xfrm>
            <a:off x="3892825" y="3799200"/>
            <a:ext cx="19530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7" name="Google Shape;147;p12"/>
          <p:cNvSpPr txBox="1"/>
          <p:nvPr>
            <p:ph idx="14" type="body"/>
          </p:nvPr>
        </p:nvSpPr>
        <p:spPr>
          <a:xfrm>
            <a:off x="6655050" y="3799200"/>
            <a:ext cx="21975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8" name="Google Shape;148;p12"/>
          <p:cNvSpPr txBox="1"/>
          <p:nvPr>
            <p:ph idx="15" type="title"/>
          </p:nvPr>
        </p:nvSpPr>
        <p:spPr>
          <a:xfrm>
            <a:off x="3892825" y="749650"/>
            <a:ext cx="1953000" cy="5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2"/>
          <p:cNvSpPr txBox="1"/>
          <p:nvPr>
            <p:ph idx="16" type="title"/>
          </p:nvPr>
        </p:nvSpPr>
        <p:spPr>
          <a:xfrm>
            <a:off x="6655050" y="749650"/>
            <a:ext cx="1848000" cy="5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2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photo slide">
  <p:cSld name="TITLE_1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3" name="Google Shape;153;p13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54" name="Google Shape;154;p13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55" name="Google Shape;155;p13"/>
          <p:cNvSpPr/>
          <p:nvPr/>
        </p:nvSpPr>
        <p:spPr>
          <a:xfrm>
            <a:off x="747725" y="0"/>
            <a:ext cx="6563100" cy="147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121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747600" y="1477825"/>
            <a:ext cx="6563100" cy="36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7310825" y="25"/>
            <a:ext cx="1833300" cy="147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8" name="Google Shape;158;p13"/>
          <p:cNvSpPr/>
          <p:nvPr>
            <p:ph idx="3" type="pic"/>
          </p:nvPr>
        </p:nvSpPr>
        <p:spPr>
          <a:xfrm>
            <a:off x="7315700" y="1477825"/>
            <a:ext cx="1833300" cy="36657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13"/>
          <p:cNvSpPr txBox="1"/>
          <p:nvPr>
            <p:ph type="title"/>
          </p:nvPr>
        </p:nvSpPr>
        <p:spPr>
          <a:xfrm>
            <a:off x="905800" y="130725"/>
            <a:ext cx="6251700" cy="12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9pPr>
          </a:lstStyle>
          <a:p/>
        </p:txBody>
      </p:sp>
      <p:sp>
        <p:nvSpPr>
          <p:cNvPr id="160" name="Google Shape;160;p13"/>
          <p:cNvSpPr txBox="1"/>
          <p:nvPr>
            <p:ph idx="4" type="body"/>
          </p:nvPr>
        </p:nvSpPr>
        <p:spPr>
          <a:xfrm>
            <a:off x="905800" y="1586250"/>
            <a:ext cx="6251700" cy="3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">
  <p:cSld name="TITLE_14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65" name="Google Shape;165;p14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66" name="Google Shape;166;p14"/>
          <p:cNvSpPr/>
          <p:nvPr/>
        </p:nvSpPr>
        <p:spPr>
          <a:xfrm>
            <a:off x="747600" y="0"/>
            <a:ext cx="4512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14"/>
          <p:cNvSpPr txBox="1"/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68" name="Google Shape;168;p14"/>
          <p:cNvSpPr txBox="1"/>
          <p:nvPr>
            <p:ph idx="3" type="subTitle"/>
          </p:nvPr>
        </p:nvSpPr>
        <p:spPr>
          <a:xfrm>
            <a:off x="957900" y="2912525"/>
            <a:ext cx="20451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14"/>
          <p:cNvSpPr/>
          <p:nvPr/>
        </p:nvSpPr>
        <p:spPr>
          <a:xfrm>
            <a:off x="5259900" y="50"/>
            <a:ext cx="3884100" cy="12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/>
          <p:nvPr/>
        </p:nvSpPr>
        <p:spPr>
          <a:xfrm>
            <a:off x="5259900" y="1285925"/>
            <a:ext cx="3884100" cy="12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5259900" y="2571800"/>
            <a:ext cx="3884100" cy="128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5263450" y="3857675"/>
            <a:ext cx="3884100" cy="128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3" name="Google Shape;173;p14"/>
          <p:cNvSpPr txBox="1"/>
          <p:nvPr>
            <p:ph idx="4" type="title"/>
          </p:nvPr>
        </p:nvSpPr>
        <p:spPr>
          <a:xfrm>
            <a:off x="5259900" y="-100"/>
            <a:ext cx="3876300" cy="12861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5" type="title"/>
          </p:nvPr>
        </p:nvSpPr>
        <p:spPr>
          <a:xfrm>
            <a:off x="5259850" y="1285775"/>
            <a:ext cx="38841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4"/>
          <p:cNvSpPr txBox="1"/>
          <p:nvPr>
            <p:ph idx="6" type="title"/>
          </p:nvPr>
        </p:nvSpPr>
        <p:spPr>
          <a:xfrm>
            <a:off x="5259900" y="2571800"/>
            <a:ext cx="35391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4"/>
          <p:cNvSpPr txBox="1"/>
          <p:nvPr>
            <p:ph idx="7" type="title"/>
          </p:nvPr>
        </p:nvSpPr>
        <p:spPr>
          <a:xfrm>
            <a:off x="5266966" y="3857975"/>
            <a:ext cx="3876300" cy="12861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4"/>
          <p:cNvSpPr txBox="1"/>
          <p:nvPr>
            <p:ph idx="8" type="body"/>
          </p:nvPr>
        </p:nvSpPr>
        <p:spPr>
          <a:xfrm>
            <a:off x="5263450" y="683550"/>
            <a:ext cx="38841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178" name="Google Shape;178;p14"/>
          <p:cNvSpPr txBox="1"/>
          <p:nvPr>
            <p:ph idx="9" type="body"/>
          </p:nvPr>
        </p:nvSpPr>
        <p:spPr>
          <a:xfrm>
            <a:off x="5263800" y="1969325"/>
            <a:ext cx="38841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179" name="Google Shape;179;p14"/>
          <p:cNvSpPr txBox="1"/>
          <p:nvPr>
            <p:ph idx="13" type="body"/>
          </p:nvPr>
        </p:nvSpPr>
        <p:spPr>
          <a:xfrm>
            <a:off x="5256000" y="3229925"/>
            <a:ext cx="38841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180" name="Google Shape;180;p14"/>
          <p:cNvSpPr txBox="1"/>
          <p:nvPr>
            <p:ph idx="14" type="body"/>
          </p:nvPr>
        </p:nvSpPr>
        <p:spPr>
          <a:xfrm>
            <a:off x="5263450" y="4541675"/>
            <a:ext cx="38841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181" name="Google Shape;181;p14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TITLE_19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85" name="Google Shape;185;p15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86" name="Google Shape;186;p15"/>
          <p:cNvSpPr/>
          <p:nvPr/>
        </p:nvSpPr>
        <p:spPr>
          <a:xfrm>
            <a:off x="1983450" y="19188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1983450" y="256313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1983450" y="320755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1983450" y="385188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1983450" y="44963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15"/>
          <p:cNvCxnSpPr/>
          <p:nvPr/>
        </p:nvCxnSpPr>
        <p:spPr>
          <a:xfrm>
            <a:off x="743700" y="25632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5"/>
          <p:cNvCxnSpPr/>
          <p:nvPr/>
        </p:nvCxnSpPr>
        <p:spPr>
          <a:xfrm>
            <a:off x="743700" y="320755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5"/>
          <p:cNvCxnSpPr/>
          <p:nvPr/>
        </p:nvCxnSpPr>
        <p:spPr>
          <a:xfrm>
            <a:off x="743700" y="385195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5"/>
          <p:cNvCxnSpPr/>
          <p:nvPr/>
        </p:nvCxnSpPr>
        <p:spPr>
          <a:xfrm>
            <a:off x="743700" y="44905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5"/>
          <p:cNvSpPr txBox="1"/>
          <p:nvPr>
            <p:ph idx="3" type="subTitle"/>
          </p:nvPr>
        </p:nvSpPr>
        <p:spPr>
          <a:xfrm>
            <a:off x="2290275" y="19187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196" name="Google Shape;196;p15"/>
          <p:cNvSpPr txBox="1"/>
          <p:nvPr>
            <p:ph idx="4" type="subTitle"/>
          </p:nvPr>
        </p:nvSpPr>
        <p:spPr>
          <a:xfrm>
            <a:off x="2290275" y="256320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197" name="Google Shape;197;p15"/>
          <p:cNvSpPr txBox="1"/>
          <p:nvPr>
            <p:ph idx="5" type="subTitle"/>
          </p:nvPr>
        </p:nvSpPr>
        <p:spPr>
          <a:xfrm>
            <a:off x="2290275" y="32075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198" name="Google Shape;198;p15"/>
          <p:cNvSpPr txBox="1"/>
          <p:nvPr>
            <p:ph idx="6" type="subTitle"/>
          </p:nvPr>
        </p:nvSpPr>
        <p:spPr>
          <a:xfrm>
            <a:off x="2290275" y="38519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199" name="Google Shape;199;p15"/>
          <p:cNvSpPr txBox="1"/>
          <p:nvPr>
            <p:ph idx="7" type="subTitle"/>
          </p:nvPr>
        </p:nvSpPr>
        <p:spPr>
          <a:xfrm>
            <a:off x="2290275" y="449050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0" name="Google Shape;200;p15"/>
          <p:cNvSpPr txBox="1"/>
          <p:nvPr>
            <p:ph idx="8" type="subTitle"/>
          </p:nvPr>
        </p:nvSpPr>
        <p:spPr>
          <a:xfrm>
            <a:off x="7975750" y="192460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1" name="Google Shape;201;p15"/>
          <p:cNvSpPr txBox="1"/>
          <p:nvPr>
            <p:ph idx="9" type="subTitle"/>
          </p:nvPr>
        </p:nvSpPr>
        <p:spPr>
          <a:xfrm>
            <a:off x="7978093" y="256310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2" name="Google Shape;202;p15"/>
          <p:cNvSpPr txBox="1"/>
          <p:nvPr>
            <p:ph idx="13" type="subTitle"/>
          </p:nvPr>
        </p:nvSpPr>
        <p:spPr>
          <a:xfrm>
            <a:off x="7975750" y="320465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3" name="Google Shape;203;p15"/>
          <p:cNvSpPr txBox="1"/>
          <p:nvPr>
            <p:ph idx="14" type="subTitle"/>
          </p:nvPr>
        </p:nvSpPr>
        <p:spPr>
          <a:xfrm>
            <a:off x="7975750" y="385190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4" name="Google Shape;204;p15"/>
          <p:cNvSpPr txBox="1"/>
          <p:nvPr>
            <p:ph idx="15" type="subTitle"/>
          </p:nvPr>
        </p:nvSpPr>
        <p:spPr>
          <a:xfrm>
            <a:off x="7975750" y="449915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5" name="Google Shape;205;p15"/>
          <p:cNvSpPr txBox="1"/>
          <p:nvPr>
            <p:ph idx="16" type="subTitle"/>
          </p:nvPr>
        </p:nvSpPr>
        <p:spPr>
          <a:xfrm>
            <a:off x="747600" y="19187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6" name="Google Shape;206;p15"/>
          <p:cNvSpPr txBox="1"/>
          <p:nvPr>
            <p:ph idx="17" type="subTitle"/>
          </p:nvPr>
        </p:nvSpPr>
        <p:spPr>
          <a:xfrm>
            <a:off x="747600" y="25632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7" name="Google Shape;207;p15"/>
          <p:cNvSpPr txBox="1"/>
          <p:nvPr>
            <p:ph idx="18" type="subTitle"/>
          </p:nvPr>
        </p:nvSpPr>
        <p:spPr>
          <a:xfrm>
            <a:off x="747600" y="32075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8" name="Google Shape;208;p15"/>
          <p:cNvSpPr txBox="1"/>
          <p:nvPr>
            <p:ph idx="19" type="subTitle"/>
          </p:nvPr>
        </p:nvSpPr>
        <p:spPr>
          <a:xfrm>
            <a:off x="747600" y="38519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9" name="Google Shape;209;p15"/>
          <p:cNvSpPr txBox="1"/>
          <p:nvPr>
            <p:ph idx="20" type="subTitle"/>
          </p:nvPr>
        </p:nvSpPr>
        <p:spPr>
          <a:xfrm>
            <a:off x="747600" y="44905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cxnSp>
        <p:nvCxnSpPr>
          <p:cNvPr id="210" name="Google Shape;210;p15"/>
          <p:cNvCxnSpPr/>
          <p:nvPr/>
        </p:nvCxnSpPr>
        <p:spPr>
          <a:xfrm>
            <a:off x="743700" y="51349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5"/>
          <p:cNvSpPr txBox="1"/>
          <p:nvPr>
            <p:ph type="title"/>
          </p:nvPr>
        </p:nvSpPr>
        <p:spPr>
          <a:xfrm>
            <a:off x="938600" y="50"/>
            <a:ext cx="5001900" cy="19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2" name="Google Shape;212;p15"/>
          <p:cNvCxnSpPr/>
          <p:nvPr/>
        </p:nvCxnSpPr>
        <p:spPr>
          <a:xfrm>
            <a:off x="743700" y="1919475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15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pecific Priorities">
  <p:cSld name="CUSTOM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18" name="Google Shape;218;p16"/>
          <p:cNvSpPr/>
          <p:nvPr/>
        </p:nvSpPr>
        <p:spPr>
          <a:xfrm>
            <a:off x="743700" y="3017138"/>
            <a:ext cx="4202700" cy="2126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4941425" y="3017138"/>
            <a:ext cx="4202700" cy="212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743700" y="890725"/>
            <a:ext cx="4202700" cy="212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4941425" y="890725"/>
            <a:ext cx="4202700" cy="212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2" name="Google Shape;222;p16"/>
          <p:cNvSpPr txBox="1"/>
          <p:nvPr>
            <p:ph type="title"/>
          </p:nvPr>
        </p:nvSpPr>
        <p:spPr>
          <a:xfrm>
            <a:off x="5061113" y="995275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16"/>
          <p:cNvSpPr txBox="1"/>
          <p:nvPr>
            <p:ph idx="3" type="body"/>
          </p:nvPr>
        </p:nvSpPr>
        <p:spPr>
          <a:xfrm>
            <a:off x="5057363" y="1653400"/>
            <a:ext cx="3970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24" name="Google Shape;224;p16"/>
          <p:cNvCxnSpPr/>
          <p:nvPr/>
        </p:nvCxnSpPr>
        <p:spPr>
          <a:xfrm>
            <a:off x="4946400" y="-10950"/>
            <a:ext cx="0" cy="515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6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16"/>
          <p:cNvSpPr txBox="1"/>
          <p:nvPr>
            <p:ph idx="4" type="title"/>
          </p:nvPr>
        </p:nvSpPr>
        <p:spPr>
          <a:xfrm>
            <a:off x="860913" y="995275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Google Shape;227;p16"/>
          <p:cNvSpPr txBox="1"/>
          <p:nvPr>
            <p:ph idx="5" type="body"/>
          </p:nvPr>
        </p:nvSpPr>
        <p:spPr>
          <a:xfrm>
            <a:off x="857163" y="1653400"/>
            <a:ext cx="3970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28" name="Google Shape;228;p16"/>
          <p:cNvSpPr txBox="1"/>
          <p:nvPr>
            <p:ph idx="6" type="title"/>
          </p:nvPr>
        </p:nvSpPr>
        <p:spPr>
          <a:xfrm>
            <a:off x="860900" y="3151200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16"/>
          <p:cNvSpPr txBox="1"/>
          <p:nvPr>
            <p:ph idx="7" type="body"/>
          </p:nvPr>
        </p:nvSpPr>
        <p:spPr>
          <a:xfrm>
            <a:off x="857150" y="3809325"/>
            <a:ext cx="3970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30" name="Google Shape;230;p16"/>
          <p:cNvSpPr txBox="1"/>
          <p:nvPr>
            <p:ph idx="8" type="title"/>
          </p:nvPr>
        </p:nvSpPr>
        <p:spPr>
          <a:xfrm>
            <a:off x="5061113" y="3151200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16"/>
          <p:cNvSpPr txBox="1"/>
          <p:nvPr>
            <p:ph idx="9" type="body"/>
          </p:nvPr>
        </p:nvSpPr>
        <p:spPr>
          <a:xfrm>
            <a:off x="5057363" y="3809325"/>
            <a:ext cx="3970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32" name="Google Shape;232;p16"/>
          <p:cNvSpPr txBox="1"/>
          <p:nvPr>
            <p:ph idx="13" type="subTitle"/>
          </p:nvPr>
        </p:nvSpPr>
        <p:spPr>
          <a:xfrm>
            <a:off x="747600" y="50"/>
            <a:ext cx="4186200" cy="8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16"/>
          <p:cNvSpPr txBox="1"/>
          <p:nvPr>
            <p:ph idx="14" type="subTitle"/>
          </p:nvPr>
        </p:nvSpPr>
        <p:spPr>
          <a:xfrm>
            <a:off x="4957925" y="1350"/>
            <a:ext cx="4186200" cy="8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p/Roadmap">
  <p:cSld name="CUSTOM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37" name="Google Shape;237;p17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38" name="Google Shape;238;p17"/>
          <p:cNvSpPr/>
          <p:nvPr/>
        </p:nvSpPr>
        <p:spPr>
          <a:xfrm>
            <a:off x="747600" y="25"/>
            <a:ext cx="8396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1441200" y="2646083"/>
            <a:ext cx="1888200" cy="1199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6562425" y="2646083"/>
            <a:ext cx="1888200" cy="119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17"/>
          <p:cNvCxnSpPr/>
          <p:nvPr/>
        </p:nvCxnSpPr>
        <p:spPr>
          <a:xfrm>
            <a:off x="3329400" y="3245608"/>
            <a:ext cx="323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17"/>
          <p:cNvCxnSpPr>
            <a:endCxn id="243" idx="0"/>
          </p:cNvCxnSpPr>
          <p:nvPr/>
        </p:nvCxnSpPr>
        <p:spPr>
          <a:xfrm>
            <a:off x="4945950" y="3246950"/>
            <a:ext cx="0" cy="78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7"/>
          <p:cNvSpPr/>
          <p:nvPr/>
        </p:nvSpPr>
        <p:spPr>
          <a:xfrm>
            <a:off x="3967650" y="2117100"/>
            <a:ext cx="1956600" cy="3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3967650" y="4035350"/>
            <a:ext cx="1956600" cy="3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245" name="Google Shape;245;p17"/>
          <p:cNvCxnSpPr>
            <a:stCxn id="244" idx="1"/>
          </p:cNvCxnSpPr>
          <p:nvPr/>
        </p:nvCxnSpPr>
        <p:spPr>
          <a:xfrm flipH="1">
            <a:off x="2390250" y="2286450"/>
            <a:ext cx="15774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17"/>
          <p:cNvCxnSpPr/>
          <p:nvPr/>
        </p:nvCxnSpPr>
        <p:spPr>
          <a:xfrm rot="10800000">
            <a:off x="5924300" y="2286450"/>
            <a:ext cx="15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17"/>
          <p:cNvCxnSpPr/>
          <p:nvPr/>
        </p:nvCxnSpPr>
        <p:spPr>
          <a:xfrm>
            <a:off x="2385375" y="2282525"/>
            <a:ext cx="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17"/>
          <p:cNvCxnSpPr/>
          <p:nvPr/>
        </p:nvCxnSpPr>
        <p:spPr>
          <a:xfrm>
            <a:off x="7506525" y="2282525"/>
            <a:ext cx="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17"/>
          <p:cNvSpPr/>
          <p:nvPr/>
        </p:nvSpPr>
        <p:spPr>
          <a:xfrm>
            <a:off x="4906777" y="3206438"/>
            <a:ext cx="78300" cy="78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747600" y="50"/>
            <a:ext cx="8396700" cy="1819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 txBox="1"/>
          <p:nvPr>
            <p:ph type="title"/>
          </p:nvPr>
        </p:nvSpPr>
        <p:spPr>
          <a:xfrm>
            <a:off x="1037175" y="504938"/>
            <a:ext cx="35937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52" name="Google Shape;252;p17"/>
          <p:cNvSpPr txBox="1"/>
          <p:nvPr>
            <p:ph idx="3" type="body"/>
          </p:nvPr>
        </p:nvSpPr>
        <p:spPr>
          <a:xfrm>
            <a:off x="1441193" y="3845125"/>
            <a:ext cx="1888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253" name="Google Shape;253;p17"/>
          <p:cNvSpPr txBox="1"/>
          <p:nvPr>
            <p:ph idx="4" type="body"/>
          </p:nvPr>
        </p:nvSpPr>
        <p:spPr>
          <a:xfrm>
            <a:off x="6562493" y="3845125"/>
            <a:ext cx="1888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254" name="Google Shape;254;p17"/>
          <p:cNvSpPr txBox="1"/>
          <p:nvPr>
            <p:ph idx="5" type="body"/>
          </p:nvPr>
        </p:nvSpPr>
        <p:spPr>
          <a:xfrm>
            <a:off x="4001850" y="4374050"/>
            <a:ext cx="1888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255" name="Google Shape;255;p17"/>
          <p:cNvSpPr txBox="1"/>
          <p:nvPr>
            <p:ph idx="6" type="title"/>
          </p:nvPr>
        </p:nvSpPr>
        <p:spPr>
          <a:xfrm>
            <a:off x="1441225" y="2783925"/>
            <a:ext cx="1888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17"/>
          <p:cNvSpPr txBox="1"/>
          <p:nvPr>
            <p:ph idx="7" type="title"/>
          </p:nvPr>
        </p:nvSpPr>
        <p:spPr>
          <a:xfrm>
            <a:off x="6562425" y="2783925"/>
            <a:ext cx="1888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17"/>
          <p:cNvSpPr txBox="1"/>
          <p:nvPr>
            <p:ph idx="8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17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17"/>
          <p:cNvSpPr txBox="1"/>
          <p:nvPr>
            <p:ph idx="9" type="subTitle"/>
          </p:nvPr>
        </p:nvSpPr>
        <p:spPr>
          <a:xfrm>
            <a:off x="3979750" y="2131325"/>
            <a:ext cx="1956600" cy="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7"/>
          <p:cNvSpPr txBox="1"/>
          <p:nvPr>
            <p:ph idx="13" type="subTitle"/>
          </p:nvPr>
        </p:nvSpPr>
        <p:spPr>
          <a:xfrm>
            <a:off x="3967650" y="4042400"/>
            <a:ext cx="1956600" cy="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wners — 3 Images">
  <p:cSld name="CUSTOM_2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64" name="Google Shape;264;p18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65" name="Google Shape;265;p18"/>
          <p:cNvSpPr/>
          <p:nvPr/>
        </p:nvSpPr>
        <p:spPr>
          <a:xfrm>
            <a:off x="747600" y="25"/>
            <a:ext cx="83964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5217300" y="2091600"/>
            <a:ext cx="3926400" cy="48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18"/>
          <p:cNvSpPr/>
          <p:nvPr/>
        </p:nvSpPr>
        <p:spPr>
          <a:xfrm>
            <a:off x="5217300" y="4663450"/>
            <a:ext cx="1982100" cy="48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7199400" y="4663450"/>
            <a:ext cx="1955700" cy="48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9" name="Google Shape;269;p18"/>
          <p:cNvSpPr txBox="1"/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70" name="Google Shape;270;p18"/>
          <p:cNvSpPr/>
          <p:nvPr>
            <p:ph idx="3" type="pic"/>
          </p:nvPr>
        </p:nvSpPr>
        <p:spPr>
          <a:xfrm>
            <a:off x="5217700" y="50"/>
            <a:ext cx="39264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18"/>
          <p:cNvSpPr/>
          <p:nvPr>
            <p:ph idx="4" type="pic"/>
          </p:nvPr>
        </p:nvSpPr>
        <p:spPr>
          <a:xfrm>
            <a:off x="7199400" y="2571950"/>
            <a:ext cx="19557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18"/>
          <p:cNvSpPr/>
          <p:nvPr>
            <p:ph idx="5" type="pic"/>
          </p:nvPr>
        </p:nvSpPr>
        <p:spPr>
          <a:xfrm>
            <a:off x="5217300" y="2571950"/>
            <a:ext cx="19821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18"/>
          <p:cNvSpPr txBox="1"/>
          <p:nvPr>
            <p:ph idx="6" type="subTitle"/>
          </p:nvPr>
        </p:nvSpPr>
        <p:spPr>
          <a:xfrm>
            <a:off x="5345450" y="2173100"/>
            <a:ext cx="2045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p18"/>
          <p:cNvSpPr txBox="1"/>
          <p:nvPr>
            <p:ph idx="7" type="subTitle"/>
          </p:nvPr>
        </p:nvSpPr>
        <p:spPr>
          <a:xfrm>
            <a:off x="5345450" y="4745000"/>
            <a:ext cx="16413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18"/>
          <p:cNvSpPr txBox="1"/>
          <p:nvPr>
            <p:ph idx="8" type="subTitle"/>
          </p:nvPr>
        </p:nvSpPr>
        <p:spPr>
          <a:xfrm>
            <a:off x="7263150" y="4745000"/>
            <a:ext cx="18540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18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wners — 2 Images">
  <p:cSld name="CUSTOM_2_1_1">
    <p:bg>
      <p:bgPr>
        <a:solidFill>
          <a:schemeClr val="accent3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80" name="Google Shape;280;p19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81" name="Google Shape;281;p19"/>
          <p:cNvSpPr/>
          <p:nvPr/>
        </p:nvSpPr>
        <p:spPr>
          <a:xfrm>
            <a:off x="5270900" y="4663450"/>
            <a:ext cx="3884100" cy="48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2" name="Google Shape;282;p19"/>
          <p:cNvSpPr txBox="1"/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3" name="Google Shape;283;p19"/>
          <p:cNvSpPr txBox="1"/>
          <p:nvPr>
            <p:ph idx="3" type="subTitle"/>
          </p:nvPr>
        </p:nvSpPr>
        <p:spPr>
          <a:xfrm>
            <a:off x="957900" y="2912525"/>
            <a:ext cx="20451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19"/>
          <p:cNvSpPr/>
          <p:nvPr>
            <p:ph idx="4" type="pic"/>
          </p:nvPr>
        </p:nvSpPr>
        <p:spPr>
          <a:xfrm>
            <a:off x="5270875" y="50"/>
            <a:ext cx="3873000" cy="21123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19"/>
          <p:cNvSpPr/>
          <p:nvPr>
            <p:ph idx="5" type="pic"/>
          </p:nvPr>
        </p:nvSpPr>
        <p:spPr>
          <a:xfrm>
            <a:off x="5270900" y="2571950"/>
            <a:ext cx="38841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19"/>
          <p:cNvSpPr txBox="1"/>
          <p:nvPr>
            <p:ph idx="6" type="subTitle"/>
          </p:nvPr>
        </p:nvSpPr>
        <p:spPr>
          <a:xfrm>
            <a:off x="5345450" y="4745000"/>
            <a:ext cx="3653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287" name="Google Shape;287;p19"/>
          <p:cNvSpPr/>
          <p:nvPr/>
        </p:nvSpPr>
        <p:spPr>
          <a:xfrm>
            <a:off x="5270900" y="2091625"/>
            <a:ext cx="3873000" cy="48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8" name="Google Shape;288;p19"/>
          <p:cNvSpPr txBox="1"/>
          <p:nvPr>
            <p:ph idx="7" type="subTitle"/>
          </p:nvPr>
        </p:nvSpPr>
        <p:spPr>
          <a:xfrm>
            <a:off x="5345450" y="2173100"/>
            <a:ext cx="3653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289" name="Google Shape;289;p19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>
  <p:cSld name="CUSTOM_2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"/>
          <p:cNvSpPr txBox="1"/>
          <p:nvPr>
            <p:ph type="title"/>
          </p:nvPr>
        </p:nvSpPr>
        <p:spPr>
          <a:xfrm>
            <a:off x="880700" y="327200"/>
            <a:ext cx="17994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2" name="Google Shape;292;p20"/>
          <p:cNvSpPr txBox="1"/>
          <p:nvPr>
            <p:ph idx="2" type="title"/>
          </p:nvPr>
        </p:nvSpPr>
        <p:spPr>
          <a:xfrm>
            <a:off x="2813200" y="327200"/>
            <a:ext cx="17994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3" name="Google Shape;293;p20"/>
          <p:cNvSpPr txBox="1"/>
          <p:nvPr>
            <p:ph idx="3" type="title"/>
          </p:nvPr>
        </p:nvSpPr>
        <p:spPr>
          <a:xfrm>
            <a:off x="4745700" y="327200"/>
            <a:ext cx="17994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4" name="Google Shape;294;p20"/>
          <p:cNvSpPr txBox="1"/>
          <p:nvPr>
            <p:ph idx="4" type="title"/>
          </p:nvPr>
        </p:nvSpPr>
        <p:spPr>
          <a:xfrm>
            <a:off x="6678200" y="327200"/>
            <a:ext cx="17994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95" name="Google Shape;295;p20"/>
          <p:cNvSpPr txBox="1"/>
          <p:nvPr>
            <p:ph idx="1" type="subTitle"/>
          </p:nvPr>
        </p:nvSpPr>
        <p:spPr>
          <a:xfrm>
            <a:off x="957900" y="145525"/>
            <a:ext cx="2534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296" name="Google Shape;296;p20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0"/>
          <p:cNvSpPr txBox="1"/>
          <p:nvPr>
            <p:ph idx="5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98" name="Google Shape;298;p20"/>
          <p:cNvSpPr txBox="1"/>
          <p:nvPr>
            <p:ph idx="6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99" name="Google Shape;299;p20"/>
          <p:cNvSpPr/>
          <p:nvPr/>
        </p:nvSpPr>
        <p:spPr>
          <a:xfrm>
            <a:off x="1003250" y="1399650"/>
            <a:ext cx="1634400" cy="33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2921858" y="1399650"/>
            <a:ext cx="1634400" cy="33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01" name="Google Shape;301;p20"/>
          <p:cNvSpPr/>
          <p:nvPr/>
        </p:nvSpPr>
        <p:spPr>
          <a:xfrm>
            <a:off x="4840467" y="1399650"/>
            <a:ext cx="1634400" cy="33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02" name="Google Shape;302;p20"/>
          <p:cNvSpPr/>
          <p:nvPr/>
        </p:nvSpPr>
        <p:spPr>
          <a:xfrm>
            <a:off x="6759075" y="1399650"/>
            <a:ext cx="1634400" cy="33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03" name="Google Shape;303;p20"/>
          <p:cNvSpPr txBox="1"/>
          <p:nvPr>
            <p:ph idx="7" type="subTitle"/>
          </p:nvPr>
        </p:nvSpPr>
        <p:spPr>
          <a:xfrm>
            <a:off x="1000275" y="1410300"/>
            <a:ext cx="1634400" cy="317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04" name="Google Shape;304;p20"/>
          <p:cNvSpPr txBox="1"/>
          <p:nvPr>
            <p:ph idx="8" type="subTitle"/>
          </p:nvPr>
        </p:nvSpPr>
        <p:spPr>
          <a:xfrm>
            <a:off x="2921875" y="1410300"/>
            <a:ext cx="1634400" cy="317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5" name="Google Shape;305;p20"/>
          <p:cNvSpPr txBox="1"/>
          <p:nvPr>
            <p:ph idx="9" type="subTitle"/>
          </p:nvPr>
        </p:nvSpPr>
        <p:spPr>
          <a:xfrm>
            <a:off x="4840475" y="1410300"/>
            <a:ext cx="16344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20"/>
          <p:cNvSpPr txBox="1"/>
          <p:nvPr>
            <p:ph idx="13" type="subTitle"/>
          </p:nvPr>
        </p:nvSpPr>
        <p:spPr>
          <a:xfrm>
            <a:off x="6759075" y="1410300"/>
            <a:ext cx="16344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7" name="Google Shape;307;p20"/>
          <p:cNvSpPr txBox="1"/>
          <p:nvPr>
            <p:ph idx="14" type="body"/>
          </p:nvPr>
        </p:nvSpPr>
        <p:spPr>
          <a:xfrm>
            <a:off x="942043" y="1811100"/>
            <a:ext cx="1676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308" name="Google Shape;308;p20"/>
          <p:cNvSpPr txBox="1"/>
          <p:nvPr>
            <p:ph idx="15" type="body"/>
          </p:nvPr>
        </p:nvSpPr>
        <p:spPr>
          <a:xfrm>
            <a:off x="2874543" y="1811100"/>
            <a:ext cx="1676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309" name="Google Shape;309;p20"/>
          <p:cNvSpPr txBox="1"/>
          <p:nvPr>
            <p:ph idx="16" type="body"/>
          </p:nvPr>
        </p:nvSpPr>
        <p:spPr>
          <a:xfrm>
            <a:off x="4819318" y="1811100"/>
            <a:ext cx="1676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310" name="Google Shape;310;p20"/>
          <p:cNvSpPr txBox="1"/>
          <p:nvPr>
            <p:ph idx="17" type="body"/>
          </p:nvPr>
        </p:nvSpPr>
        <p:spPr>
          <a:xfrm>
            <a:off x="6764093" y="1811100"/>
            <a:ext cx="1676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311" name="Google Shape;311;p20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5">
    <p:bg>
      <p:bgPr>
        <a:solidFill>
          <a:schemeClr val="accent3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 txBox="1"/>
          <p:nvPr>
            <p:ph type="title"/>
          </p:nvPr>
        </p:nvSpPr>
        <p:spPr>
          <a:xfrm>
            <a:off x="938600" y="462925"/>
            <a:ext cx="4660800" cy="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21"/>
          <p:cNvSpPr txBox="1"/>
          <p:nvPr>
            <p:ph idx="1" type="body"/>
          </p:nvPr>
        </p:nvSpPr>
        <p:spPr>
          <a:xfrm>
            <a:off x="938604" y="1328775"/>
            <a:ext cx="2902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1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"/>
          <p:cNvSpPr txBox="1"/>
          <p:nvPr>
            <p:ph idx="2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17" name="Google Shape;317;p21"/>
          <p:cNvSpPr txBox="1"/>
          <p:nvPr>
            <p:ph idx="3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cxnSp>
        <p:nvCxnSpPr>
          <p:cNvPr id="318" name="Google Shape;318;p21"/>
          <p:cNvCxnSpPr/>
          <p:nvPr/>
        </p:nvCxnSpPr>
        <p:spPr>
          <a:xfrm>
            <a:off x="4021350" y="2826475"/>
            <a:ext cx="512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1"/>
          <p:cNvCxnSpPr/>
          <p:nvPr/>
        </p:nvCxnSpPr>
        <p:spPr>
          <a:xfrm>
            <a:off x="4021350" y="3483325"/>
            <a:ext cx="512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4021350" y="4143650"/>
            <a:ext cx="512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21"/>
          <p:cNvSpPr txBox="1"/>
          <p:nvPr>
            <p:ph idx="4" type="subTitle"/>
          </p:nvPr>
        </p:nvSpPr>
        <p:spPr>
          <a:xfrm>
            <a:off x="4038600" y="2273300"/>
            <a:ext cx="37683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21"/>
          <p:cNvSpPr txBox="1"/>
          <p:nvPr>
            <p:ph idx="5" type="subTitle"/>
          </p:nvPr>
        </p:nvSpPr>
        <p:spPr>
          <a:xfrm>
            <a:off x="4038600" y="2942800"/>
            <a:ext cx="37683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21"/>
          <p:cNvSpPr txBox="1"/>
          <p:nvPr>
            <p:ph idx="6" type="subTitle"/>
          </p:nvPr>
        </p:nvSpPr>
        <p:spPr>
          <a:xfrm>
            <a:off x="4038600" y="3601388"/>
            <a:ext cx="37683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21"/>
          <p:cNvSpPr txBox="1"/>
          <p:nvPr>
            <p:ph idx="7" type="subTitle"/>
          </p:nvPr>
        </p:nvSpPr>
        <p:spPr>
          <a:xfrm>
            <a:off x="4038600" y="4261688"/>
            <a:ext cx="37683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21"/>
          <p:cNvSpPr txBox="1"/>
          <p:nvPr>
            <p:ph idx="8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21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_4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30" name="Google Shape;330;p22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331" name="Google Shape;331;p22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">
  <p:cSld name="CUSTOM_6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35" name="Google Shape;335;p23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336" name="Google Shape;336;p23"/>
          <p:cNvSpPr txBox="1"/>
          <p:nvPr>
            <p:ph type="title"/>
          </p:nvPr>
        </p:nvSpPr>
        <p:spPr>
          <a:xfrm>
            <a:off x="1037175" y="145525"/>
            <a:ext cx="3852900" cy="15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37" name="Google Shape;337;p23"/>
          <p:cNvSpPr/>
          <p:nvPr/>
        </p:nvSpPr>
        <p:spPr>
          <a:xfrm>
            <a:off x="5225650" y="0"/>
            <a:ext cx="3918600" cy="197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"/>
          <p:cNvSpPr txBox="1"/>
          <p:nvPr>
            <p:ph idx="3" type="title"/>
          </p:nvPr>
        </p:nvSpPr>
        <p:spPr>
          <a:xfrm>
            <a:off x="5225650" y="50"/>
            <a:ext cx="3918600" cy="17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39" name="Google Shape;339;p23"/>
          <p:cNvSpPr/>
          <p:nvPr/>
        </p:nvSpPr>
        <p:spPr>
          <a:xfrm>
            <a:off x="5225650" y="1971000"/>
            <a:ext cx="3918600" cy="317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340" name="Google Shape;340;p23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7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44" name="Google Shape;344;p24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345" name="Google Shape;345;p24"/>
          <p:cNvSpPr/>
          <p:nvPr/>
        </p:nvSpPr>
        <p:spPr>
          <a:xfrm>
            <a:off x="1983450" y="19188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1983450" y="256313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4"/>
          <p:cNvSpPr/>
          <p:nvPr/>
        </p:nvSpPr>
        <p:spPr>
          <a:xfrm>
            <a:off x="1983450" y="320755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1983450" y="385188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1983450" y="44963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0" name="Google Shape;350;p24"/>
          <p:cNvCxnSpPr/>
          <p:nvPr/>
        </p:nvCxnSpPr>
        <p:spPr>
          <a:xfrm>
            <a:off x="743700" y="25632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4"/>
          <p:cNvCxnSpPr/>
          <p:nvPr/>
        </p:nvCxnSpPr>
        <p:spPr>
          <a:xfrm>
            <a:off x="743700" y="320755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4"/>
          <p:cNvCxnSpPr/>
          <p:nvPr/>
        </p:nvCxnSpPr>
        <p:spPr>
          <a:xfrm>
            <a:off x="743700" y="385195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4"/>
          <p:cNvCxnSpPr/>
          <p:nvPr/>
        </p:nvCxnSpPr>
        <p:spPr>
          <a:xfrm>
            <a:off x="743700" y="44905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24"/>
          <p:cNvSpPr txBox="1"/>
          <p:nvPr>
            <p:ph idx="3" type="subTitle"/>
          </p:nvPr>
        </p:nvSpPr>
        <p:spPr>
          <a:xfrm>
            <a:off x="2290275" y="19187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55" name="Google Shape;355;p24"/>
          <p:cNvSpPr txBox="1"/>
          <p:nvPr>
            <p:ph idx="4" type="subTitle"/>
          </p:nvPr>
        </p:nvSpPr>
        <p:spPr>
          <a:xfrm>
            <a:off x="2290275" y="256320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56" name="Google Shape;356;p24"/>
          <p:cNvSpPr txBox="1"/>
          <p:nvPr>
            <p:ph idx="5" type="subTitle"/>
          </p:nvPr>
        </p:nvSpPr>
        <p:spPr>
          <a:xfrm>
            <a:off x="2290275" y="32075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57" name="Google Shape;357;p24"/>
          <p:cNvSpPr txBox="1"/>
          <p:nvPr>
            <p:ph idx="6" type="subTitle"/>
          </p:nvPr>
        </p:nvSpPr>
        <p:spPr>
          <a:xfrm>
            <a:off x="2290275" y="38519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58" name="Google Shape;358;p24"/>
          <p:cNvSpPr txBox="1"/>
          <p:nvPr>
            <p:ph idx="7" type="subTitle"/>
          </p:nvPr>
        </p:nvSpPr>
        <p:spPr>
          <a:xfrm>
            <a:off x="2290275" y="449050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59" name="Google Shape;359;p24"/>
          <p:cNvSpPr txBox="1"/>
          <p:nvPr>
            <p:ph idx="8" type="subTitle"/>
          </p:nvPr>
        </p:nvSpPr>
        <p:spPr>
          <a:xfrm>
            <a:off x="747600" y="19187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60" name="Google Shape;360;p24"/>
          <p:cNvSpPr txBox="1"/>
          <p:nvPr>
            <p:ph idx="9" type="subTitle"/>
          </p:nvPr>
        </p:nvSpPr>
        <p:spPr>
          <a:xfrm>
            <a:off x="747600" y="25632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61" name="Google Shape;361;p24"/>
          <p:cNvSpPr txBox="1"/>
          <p:nvPr>
            <p:ph idx="13" type="subTitle"/>
          </p:nvPr>
        </p:nvSpPr>
        <p:spPr>
          <a:xfrm>
            <a:off x="747600" y="32075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62" name="Google Shape;362;p24"/>
          <p:cNvSpPr txBox="1"/>
          <p:nvPr>
            <p:ph idx="14" type="subTitle"/>
          </p:nvPr>
        </p:nvSpPr>
        <p:spPr>
          <a:xfrm>
            <a:off x="747600" y="38519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63" name="Google Shape;363;p24"/>
          <p:cNvSpPr txBox="1"/>
          <p:nvPr>
            <p:ph idx="15" type="subTitle"/>
          </p:nvPr>
        </p:nvSpPr>
        <p:spPr>
          <a:xfrm>
            <a:off x="747600" y="44905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cxnSp>
        <p:nvCxnSpPr>
          <p:cNvPr id="364" name="Google Shape;364;p24"/>
          <p:cNvCxnSpPr/>
          <p:nvPr/>
        </p:nvCxnSpPr>
        <p:spPr>
          <a:xfrm>
            <a:off x="743700" y="51349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24"/>
          <p:cNvCxnSpPr/>
          <p:nvPr/>
        </p:nvCxnSpPr>
        <p:spPr>
          <a:xfrm>
            <a:off x="743700" y="1919475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24"/>
          <p:cNvSpPr txBox="1"/>
          <p:nvPr>
            <p:ph type="title"/>
          </p:nvPr>
        </p:nvSpPr>
        <p:spPr>
          <a:xfrm>
            <a:off x="938600" y="50"/>
            <a:ext cx="5001900" cy="19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7" name="Google Shape;367;p24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STEL">
  <p:cSld name="CUSTOM_8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"/>
          <p:cNvSpPr/>
          <p:nvPr/>
        </p:nvSpPr>
        <p:spPr>
          <a:xfrm>
            <a:off x="747600" y="0"/>
            <a:ext cx="8403000" cy="19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5"/>
          <p:cNvSpPr txBox="1"/>
          <p:nvPr>
            <p:ph type="title"/>
          </p:nvPr>
        </p:nvSpPr>
        <p:spPr>
          <a:xfrm>
            <a:off x="743700" y="-20525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1" name="Google Shape;371;p25"/>
          <p:cNvSpPr txBox="1"/>
          <p:nvPr>
            <p:ph idx="2" type="title"/>
          </p:nvPr>
        </p:nvSpPr>
        <p:spPr>
          <a:xfrm>
            <a:off x="2145050" y="0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2" name="Google Shape;372;p25"/>
          <p:cNvSpPr txBox="1"/>
          <p:nvPr>
            <p:ph idx="3" type="title"/>
          </p:nvPr>
        </p:nvSpPr>
        <p:spPr>
          <a:xfrm>
            <a:off x="3546225" y="-20525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3" name="Google Shape;373;p25"/>
          <p:cNvSpPr txBox="1"/>
          <p:nvPr>
            <p:ph idx="4" type="title"/>
          </p:nvPr>
        </p:nvSpPr>
        <p:spPr>
          <a:xfrm>
            <a:off x="4947400" y="0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4" name="Google Shape;374;p25"/>
          <p:cNvSpPr txBox="1"/>
          <p:nvPr>
            <p:ph idx="5" type="title"/>
          </p:nvPr>
        </p:nvSpPr>
        <p:spPr>
          <a:xfrm>
            <a:off x="6348400" y="0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5" name="Google Shape;375;p25"/>
          <p:cNvSpPr txBox="1"/>
          <p:nvPr>
            <p:ph idx="6" type="title"/>
          </p:nvPr>
        </p:nvSpPr>
        <p:spPr>
          <a:xfrm>
            <a:off x="7749750" y="0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6" name="Google Shape;376;p2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7" name="Google Shape;377;p25"/>
          <p:cNvCxnSpPr/>
          <p:nvPr/>
        </p:nvCxnSpPr>
        <p:spPr>
          <a:xfrm>
            <a:off x="2154825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25"/>
          <p:cNvCxnSpPr/>
          <p:nvPr/>
        </p:nvCxnSpPr>
        <p:spPr>
          <a:xfrm>
            <a:off x="3546050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25"/>
          <p:cNvCxnSpPr/>
          <p:nvPr/>
        </p:nvCxnSpPr>
        <p:spPr>
          <a:xfrm>
            <a:off x="4947400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25"/>
          <p:cNvCxnSpPr/>
          <p:nvPr/>
        </p:nvCxnSpPr>
        <p:spPr>
          <a:xfrm>
            <a:off x="6348750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25"/>
          <p:cNvCxnSpPr/>
          <p:nvPr/>
        </p:nvCxnSpPr>
        <p:spPr>
          <a:xfrm>
            <a:off x="7749750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25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83" name="Google Shape;383;p25"/>
          <p:cNvSpPr txBox="1"/>
          <p:nvPr>
            <p:ph idx="7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384" name="Google Shape;384;p25"/>
          <p:cNvSpPr txBox="1"/>
          <p:nvPr>
            <p:ph idx="8" type="subTitle"/>
          </p:nvPr>
        </p:nvSpPr>
        <p:spPr>
          <a:xfrm>
            <a:off x="743825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85" name="Google Shape;385;p25"/>
          <p:cNvSpPr txBox="1"/>
          <p:nvPr>
            <p:ph idx="9" type="subTitle"/>
          </p:nvPr>
        </p:nvSpPr>
        <p:spPr>
          <a:xfrm>
            <a:off x="2145150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86" name="Google Shape;386;p25"/>
          <p:cNvSpPr txBox="1"/>
          <p:nvPr>
            <p:ph idx="13" type="subTitle"/>
          </p:nvPr>
        </p:nvSpPr>
        <p:spPr>
          <a:xfrm>
            <a:off x="3546375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87" name="Google Shape;387;p25"/>
          <p:cNvSpPr txBox="1"/>
          <p:nvPr>
            <p:ph idx="14" type="subTitle"/>
          </p:nvPr>
        </p:nvSpPr>
        <p:spPr>
          <a:xfrm>
            <a:off x="4947400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88" name="Google Shape;388;p25"/>
          <p:cNvSpPr txBox="1"/>
          <p:nvPr>
            <p:ph idx="15" type="subTitle"/>
          </p:nvPr>
        </p:nvSpPr>
        <p:spPr>
          <a:xfrm>
            <a:off x="6348500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89" name="Google Shape;389;p25"/>
          <p:cNvSpPr txBox="1"/>
          <p:nvPr>
            <p:ph idx="16" type="subTitle"/>
          </p:nvPr>
        </p:nvSpPr>
        <p:spPr>
          <a:xfrm>
            <a:off x="7749825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90" name="Google Shape;390;p25"/>
          <p:cNvSpPr txBox="1"/>
          <p:nvPr>
            <p:ph idx="17" type="body"/>
          </p:nvPr>
        </p:nvSpPr>
        <p:spPr>
          <a:xfrm>
            <a:off x="744150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91" name="Google Shape;391;p25"/>
          <p:cNvSpPr txBox="1"/>
          <p:nvPr>
            <p:ph idx="18" type="body"/>
          </p:nvPr>
        </p:nvSpPr>
        <p:spPr>
          <a:xfrm>
            <a:off x="2147000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92" name="Google Shape;392;p25"/>
          <p:cNvSpPr txBox="1"/>
          <p:nvPr>
            <p:ph idx="19" type="body"/>
          </p:nvPr>
        </p:nvSpPr>
        <p:spPr>
          <a:xfrm>
            <a:off x="3551275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93" name="Google Shape;393;p25"/>
          <p:cNvSpPr txBox="1"/>
          <p:nvPr>
            <p:ph idx="20" type="body"/>
          </p:nvPr>
        </p:nvSpPr>
        <p:spPr>
          <a:xfrm>
            <a:off x="4948375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94" name="Google Shape;394;p25"/>
          <p:cNvSpPr txBox="1"/>
          <p:nvPr>
            <p:ph idx="21" type="body"/>
          </p:nvPr>
        </p:nvSpPr>
        <p:spPr>
          <a:xfrm>
            <a:off x="6350350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95" name="Google Shape;395;p25"/>
          <p:cNvSpPr txBox="1"/>
          <p:nvPr>
            <p:ph idx="22" type="body"/>
          </p:nvPr>
        </p:nvSpPr>
        <p:spPr>
          <a:xfrm>
            <a:off x="7752325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96" name="Google Shape;396;p25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0" name="Google Shape;40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3" name="Google Shape;40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7" name="Google Shape;40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2" name="Google Shape;4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8" name="Google Shape;418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9" name="Google Shape;4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2" name="Google Shape;42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6" name="Google Shape;426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7" name="Google Shape;427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31" name="Google Shape;4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4" name="Google Shape;43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4" name="Google Shape;454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5" name="Google Shape;455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7" name="Google Shape;457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1" name="Google Shape;4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2" name="Google Shape;4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3" name="Google Shape;463;p40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4" name="Google Shape;464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5" name="Google Shape;465;p40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6" name="Google Shape;466;p40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7" name="Google Shape;467;p40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1" name="Google Shape;471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2" name="Google Shape;472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3" name="Google Shape;473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4" name="Google Shape;474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5" name="Google Shape;475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6" name="Google Shape;476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7" name="Google Shape;477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8" name="Google Shape;478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2" name="Google Shape;482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5" name="Google Shape;485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7" name="Google Shape;487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8" name="Google Shape;48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1" name="Google Shape;491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4" name="Google Shape;494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7" name="Google Shape;497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9" name="Google Shape;49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2" name="Google Shape;50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3" name="Google Shape;50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06" name="Google Shape;50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9" name="Google Shape;509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46400" y="679825"/>
            <a:ext cx="52548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644400" y="2174225"/>
            <a:ext cx="5953200" cy="21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2">
          <p15:clr>
            <a:srgbClr val="E46962"/>
          </p15:clr>
        </p15:guide>
        <p15:guide id="2" orient="horz" pos="3148">
          <p15:clr>
            <a:srgbClr val="E46962"/>
          </p15:clr>
        </p15:guide>
        <p15:guide id="3" pos="92">
          <p15:clr>
            <a:srgbClr val="E46962"/>
          </p15:clr>
        </p15:guide>
        <p15:guide id="4" pos="217">
          <p15:clr>
            <a:srgbClr val="E46962"/>
          </p15:clr>
        </p15:guide>
        <p15:guide id="5" pos="591">
          <p15:clr>
            <a:srgbClr val="E46962"/>
          </p15:clr>
        </p15:guide>
        <p15:guide id="6" pos="666">
          <p15:clr>
            <a:srgbClr val="E46962"/>
          </p15:clr>
        </p15:guide>
        <p15:guide id="7" pos="1041">
          <p15:clr>
            <a:srgbClr val="E46962"/>
          </p15:clr>
        </p15:guide>
        <p15:guide id="8" pos="1117">
          <p15:clr>
            <a:srgbClr val="E46962"/>
          </p15:clr>
        </p15:guide>
        <p15:guide id="9" pos="1491">
          <p15:clr>
            <a:srgbClr val="E46962"/>
          </p15:clr>
        </p15:guide>
        <p15:guide id="10" pos="1567">
          <p15:clr>
            <a:srgbClr val="E46962"/>
          </p15:clr>
        </p15:guide>
        <p15:guide id="11" pos="1942">
          <p15:clr>
            <a:srgbClr val="E46962"/>
          </p15:clr>
        </p15:guide>
        <p15:guide id="12" pos="2017">
          <p15:clr>
            <a:srgbClr val="E46962"/>
          </p15:clr>
        </p15:guide>
        <p15:guide id="13" pos="2392">
          <p15:clr>
            <a:srgbClr val="E46962"/>
          </p15:clr>
        </p15:guide>
        <p15:guide id="14" pos="2467">
          <p15:clr>
            <a:srgbClr val="E46962"/>
          </p15:clr>
        </p15:guide>
        <p15:guide id="15" pos="2842">
          <p15:clr>
            <a:srgbClr val="E46962"/>
          </p15:clr>
        </p15:guide>
        <p15:guide id="16" pos="2917">
          <p15:clr>
            <a:srgbClr val="E46962"/>
          </p15:clr>
        </p15:guide>
        <p15:guide id="17" pos="3292">
          <p15:clr>
            <a:srgbClr val="E46962"/>
          </p15:clr>
        </p15:guide>
        <p15:guide id="18" pos="3367">
          <p15:clr>
            <a:srgbClr val="E46962"/>
          </p15:clr>
        </p15:guide>
        <p15:guide id="19" pos="3742">
          <p15:clr>
            <a:srgbClr val="E46962"/>
          </p15:clr>
        </p15:guide>
        <p15:guide id="20" pos="3817">
          <p15:clr>
            <a:srgbClr val="E46962"/>
          </p15:clr>
        </p15:guide>
        <p15:guide id="21" pos="4192">
          <p15:clr>
            <a:srgbClr val="E46962"/>
          </p15:clr>
        </p15:guide>
        <p15:guide id="22" pos="4268">
          <p15:clr>
            <a:srgbClr val="E46962"/>
          </p15:clr>
        </p15:guide>
        <p15:guide id="23" pos="4642">
          <p15:clr>
            <a:srgbClr val="E46962"/>
          </p15:clr>
        </p15:guide>
        <p15:guide id="24" pos="4718">
          <p15:clr>
            <a:srgbClr val="E46962"/>
          </p15:clr>
        </p15:guide>
        <p15:guide id="25" pos="5168">
          <p15:clr>
            <a:srgbClr val="E46962"/>
          </p15:clr>
        </p15:guide>
        <p15:guide id="26" pos="5093">
          <p15:clr>
            <a:srgbClr val="E46962"/>
          </p15:clr>
        </p15:guide>
        <p15:guide id="27" pos="5543">
          <p15:clr>
            <a:srgbClr val="E46962"/>
          </p15:clr>
        </p15:guide>
        <p15:guide id="28" pos="566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hyperlink" Target="https://peakvisor.com/park/glacier-bay-national-park.html#gustavus-alask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peakvisor.com/park/glacier-bay-national-park.html#gustavus-alaska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peakvisor.com/park/glacier-bay-national-park.html#gustavus-alaska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hyperlink" Target="https://peakvisor.com/park/glacier-bay-national-park.html#gustavus-alaska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eos.org/research-spotlights/glaciers-rise-and-fall-and-melt-with-tides" TargetMode="External"/><Relationship Id="rId4" Type="http://schemas.openxmlformats.org/officeDocument/2006/relationships/hyperlink" Target="https://www.septentrio.com/en/learn-more/insights/gnss-cold-climate" TargetMode="External"/><Relationship Id="rId5" Type="http://schemas.openxmlformats.org/officeDocument/2006/relationships/hyperlink" Target="https://peakvisor.com/peak/mount-barnard-canad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7"/>
          <p:cNvSpPr txBox="1"/>
          <p:nvPr>
            <p:ph idx="1" type="subTitle"/>
          </p:nvPr>
        </p:nvSpPr>
        <p:spPr>
          <a:xfrm>
            <a:off x="6774850" y="0"/>
            <a:ext cx="2369100" cy="19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Jordyn Fulton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Dr. Luttrell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200"/>
              <a:t>5/4/2026</a:t>
            </a:r>
            <a:endParaRPr sz="2200"/>
          </a:p>
        </p:txBody>
      </p:sp>
      <p:sp>
        <p:nvSpPr>
          <p:cNvPr id="524" name="Google Shape;524;p47"/>
          <p:cNvSpPr txBox="1"/>
          <p:nvPr>
            <p:ph type="title"/>
          </p:nvPr>
        </p:nvSpPr>
        <p:spPr>
          <a:xfrm>
            <a:off x="0" y="0"/>
            <a:ext cx="6655200" cy="32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GNSS and Lidar Analysis of Mount Barnard Alaska</a:t>
            </a:r>
            <a:endParaRPr/>
          </a:p>
        </p:txBody>
      </p:sp>
      <p:sp>
        <p:nvSpPr>
          <p:cNvPr id="525" name="Google Shape;525;p47"/>
          <p:cNvSpPr txBox="1"/>
          <p:nvPr>
            <p:ph idx="3" type="body"/>
          </p:nvPr>
        </p:nvSpPr>
        <p:spPr>
          <a:xfrm>
            <a:off x="131700" y="3950550"/>
            <a:ext cx="2964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GEOL 4002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Spring 2026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Final Project</a:t>
            </a:r>
            <a:endParaRPr sz="1800"/>
          </a:p>
        </p:txBody>
      </p:sp>
      <p:pic>
        <p:nvPicPr>
          <p:cNvPr id="526" name="Google Shape;5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638" y="2186650"/>
            <a:ext cx="3925053" cy="295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7"/>
          <p:cNvSpPr txBox="1"/>
          <p:nvPr/>
        </p:nvSpPr>
        <p:spPr>
          <a:xfrm>
            <a:off x="6136250" y="4763400"/>
            <a:ext cx="1948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Image taken by Prash Patel, Retrieved via Google 2026</a:t>
            </a:r>
            <a:endParaRPr sz="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8" name="Google Shape;528;p47"/>
          <p:cNvSpPr txBox="1"/>
          <p:nvPr/>
        </p:nvSpPr>
        <p:spPr>
          <a:xfrm>
            <a:off x="6759000" y="4965325"/>
            <a:ext cx="241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8"/>
          <p:cNvSpPr txBox="1"/>
          <p:nvPr>
            <p:ph type="title"/>
          </p:nvPr>
        </p:nvSpPr>
        <p:spPr>
          <a:xfrm>
            <a:off x="747600" y="434100"/>
            <a:ext cx="6655200" cy="456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OVERVIEW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br>
              <a:rPr lang="en"/>
            </a:br>
            <a:r>
              <a:rPr lang="en"/>
              <a:t>METHOD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8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5" name="Google Shape;5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325" y="1193813"/>
            <a:ext cx="4133799" cy="2755876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8"/>
          <p:cNvSpPr txBox="1"/>
          <p:nvPr/>
        </p:nvSpPr>
        <p:spPr>
          <a:xfrm>
            <a:off x="6165075" y="3595800"/>
            <a:ext cx="2334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Image retrieved from </a:t>
            </a:r>
            <a:r>
              <a:rPr lang="en" sz="500" u="sng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https://peakvisor.com/park/glacier-bay-national-park.html#gustavus-alaska</a:t>
            </a: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500">
              <a:solidFill>
                <a:srgbClr val="0000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9"/>
          <p:cNvSpPr txBox="1"/>
          <p:nvPr>
            <p:ph type="title"/>
          </p:nvPr>
        </p:nvSpPr>
        <p:spPr>
          <a:xfrm>
            <a:off x="747500" y="145525"/>
            <a:ext cx="8396400" cy="14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Mount Barnard, AK</a:t>
            </a:r>
            <a:endParaRPr/>
          </a:p>
        </p:txBody>
      </p:sp>
      <p:sp>
        <p:nvSpPr>
          <p:cNvPr id="542" name="Google Shape;542;p49"/>
          <p:cNvSpPr txBox="1"/>
          <p:nvPr>
            <p:ph idx="3" type="subTitle"/>
          </p:nvPr>
        </p:nvSpPr>
        <p:spPr>
          <a:xfrm>
            <a:off x="747600" y="145525"/>
            <a:ext cx="6152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43" name="Google Shape;543;p49"/>
          <p:cNvSpPr txBox="1"/>
          <p:nvPr>
            <p:ph idx="6" type="title"/>
          </p:nvPr>
        </p:nvSpPr>
        <p:spPr>
          <a:xfrm>
            <a:off x="1652150" y="3920000"/>
            <a:ext cx="7491900" cy="107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Location: Glacier Bay National Park, Alaska near Gustavus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Peak height: 2504 m</a:t>
            </a:r>
            <a:endParaRPr sz="2400"/>
          </a:p>
        </p:txBody>
      </p:sp>
      <p:sp>
        <p:nvSpPr>
          <p:cNvPr id="544" name="Google Shape;544;p49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5" name="Google Shape;54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600" y="1306700"/>
            <a:ext cx="2559251" cy="22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9"/>
          <p:cNvSpPr txBox="1"/>
          <p:nvPr/>
        </p:nvSpPr>
        <p:spPr>
          <a:xfrm>
            <a:off x="911925" y="3278400"/>
            <a:ext cx="2559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Image </a:t>
            </a: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retrieved</a:t>
            </a: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 from </a:t>
            </a:r>
            <a:r>
              <a:rPr lang="en" sz="500" u="sng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https://peakvisor.com/park/glacier-bay-national-park.html#gustavus-alaska</a:t>
            </a: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500">
              <a:solidFill>
                <a:srgbClr val="0000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47" name="Google Shape;54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8301" y="1417513"/>
            <a:ext cx="3131796" cy="206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9"/>
          <p:cNvSpPr txBox="1"/>
          <p:nvPr/>
        </p:nvSpPr>
        <p:spPr>
          <a:xfrm>
            <a:off x="5495200" y="3062550"/>
            <a:ext cx="2559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Image retrieved from </a:t>
            </a:r>
            <a:r>
              <a:rPr lang="en" sz="500" u="sng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https://peakvisor.com/park/glacier-bay-national-park.html#gustavus-alaska</a:t>
            </a: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500">
              <a:solidFill>
                <a:srgbClr val="0000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0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SCIENTIFIC QUESTIONS</a:t>
            </a:r>
            <a:endParaRPr/>
          </a:p>
        </p:txBody>
      </p:sp>
      <p:sp>
        <p:nvSpPr>
          <p:cNvPr id="554" name="Google Shape;554;p50"/>
          <p:cNvSpPr txBox="1"/>
          <p:nvPr>
            <p:ph type="title"/>
          </p:nvPr>
        </p:nvSpPr>
        <p:spPr>
          <a:xfrm>
            <a:off x="957900" y="388875"/>
            <a:ext cx="6411900" cy="4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How has the surrounding glacier changed over time?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How is that change reflected with LiDAR and GNSS data?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55" name="Google Shape;555;p50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1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561" name="Google Shape;561;p51"/>
          <p:cNvSpPr txBox="1"/>
          <p:nvPr>
            <p:ph type="title"/>
          </p:nvPr>
        </p:nvSpPr>
        <p:spPr>
          <a:xfrm>
            <a:off x="957900" y="593950"/>
            <a:ext cx="4859700" cy="425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Method</a:t>
            </a:r>
            <a:r>
              <a:rPr lang="en">
                <a:latin typeface="Work Sans"/>
                <a:ea typeface="Work Sans"/>
                <a:cs typeface="Work Sans"/>
                <a:sym typeface="Work Sans"/>
              </a:rPr>
              <a:t> to see change: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AutoNum type="arabicPeriod"/>
            </a:pPr>
            <a:r>
              <a:rPr lang="en" sz="2000">
                <a:latin typeface="Work Sans"/>
                <a:ea typeface="Work Sans"/>
                <a:cs typeface="Work Sans"/>
                <a:sym typeface="Work Sans"/>
              </a:rPr>
              <a:t>Comparing topographic digital elevation models (DEMs) from two separate surveys</a:t>
            </a:r>
            <a:endParaRPr sz="2000">
              <a:latin typeface="Work Sans"/>
              <a:ea typeface="Work Sans"/>
              <a:cs typeface="Work Sans"/>
              <a:sym typeface="Work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AutoNum type="arabicPeriod"/>
            </a:pPr>
            <a:r>
              <a:rPr lang="en" sz="2000">
                <a:latin typeface="Work Sans"/>
                <a:ea typeface="Work Sans"/>
                <a:cs typeface="Work Sans"/>
                <a:sym typeface="Work Sans"/>
              </a:rPr>
              <a:t>Normalizing GNSS time series data of two stations to see seasonal loading and unloading </a:t>
            </a:r>
            <a:endParaRPr sz="2000">
              <a:latin typeface="Work Sans"/>
              <a:ea typeface="Work Sans"/>
              <a:cs typeface="Work Sans"/>
              <a:sym typeface="Work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Work Sans"/>
              <a:buAutoNum type="arabicPeriod"/>
            </a:pPr>
            <a:r>
              <a:rPr lang="en" sz="2000">
                <a:latin typeface="Work Sans"/>
                <a:ea typeface="Work Sans"/>
                <a:cs typeface="Work Sans"/>
                <a:sym typeface="Work Sans"/>
              </a:rPr>
              <a:t>Plotting station velocity </a:t>
            </a:r>
            <a:r>
              <a:rPr lang="en" sz="2000">
                <a:latin typeface="Work Sans"/>
                <a:ea typeface="Work Sans"/>
                <a:cs typeface="Work Sans"/>
                <a:sym typeface="Work Sans"/>
              </a:rPr>
              <a:t>vector</a:t>
            </a:r>
            <a:r>
              <a:rPr lang="en" sz="2000">
                <a:latin typeface="Work Sans"/>
                <a:ea typeface="Work Sans"/>
                <a:cs typeface="Work Sans"/>
                <a:sym typeface="Work Sans"/>
              </a:rPr>
              <a:t> on a map of Alaska to see </a:t>
            </a:r>
            <a:r>
              <a:rPr lang="en" sz="2000">
                <a:latin typeface="Work Sans"/>
                <a:ea typeface="Work Sans"/>
                <a:cs typeface="Work Sans"/>
                <a:sym typeface="Work Sans"/>
              </a:rPr>
              <a:t>the</a:t>
            </a:r>
            <a:r>
              <a:rPr lang="en" sz="2000">
                <a:latin typeface="Work Sans"/>
                <a:ea typeface="Work Sans"/>
                <a:cs typeface="Work Sans"/>
                <a:sym typeface="Work Sans"/>
              </a:rPr>
              <a:t> direction the two stations moved over time</a:t>
            </a:r>
            <a:endParaRPr sz="2000"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2" name="Google Shape;562;p51"/>
          <p:cNvSpPr txBox="1"/>
          <p:nvPr>
            <p:ph idx="3" type="subTitle"/>
          </p:nvPr>
        </p:nvSpPr>
        <p:spPr>
          <a:xfrm>
            <a:off x="957900" y="2912525"/>
            <a:ext cx="20451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1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2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569" name="Google Shape;569;p52"/>
          <p:cNvSpPr txBox="1"/>
          <p:nvPr>
            <p:ph idx="3" type="subTitle"/>
          </p:nvPr>
        </p:nvSpPr>
        <p:spPr>
          <a:xfrm>
            <a:off x="2290275" y="2563150"/>
            <a:ext cx="6508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DEMs should not look identical since the ice should experience periods of melting and refreezing that would change elevation.</a:t>
            </a:r>
            <a:endParaRPr sz="2200"/>
          </a:p>
        </p:txBody>
      </p:sp>
      <p:sp>
        <p:nvSpPr>
          <p:cNvPr id="570" name="Google Shape;570;p52"/>
          <p:cNvSpPr txBox="1"/>
          <p:nvPr>
            <p:ph idx="4" type="subTitle"/>
          </p:nvPr>
        </p:nvSpPr>
        <p:spPr>
          <a:xfrm>
            <a:off x="2290275" y="3207600"/>
            <a:ext cx="6508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time series should fluctuate with seasons but </a:t>
            </a:r>
            <a:r>
              <a:rPr lang="en" sz="1400"/>
              <a:t>average out annually if change is minimal.</a:t>
            </a:r>
            <a:endParaRPr sz="1400"/>
          </a:p>
        </p:txBody>
      </p:sp>
      <p:sp>
        <p:nvSpPr>
          <p:cNvPr id="571" name="Google Shape;571;p52"/>
          <p:cNvSpPr txBox="1"/>
          <p:nvPr>
            <p:ph idx="5" type="subTitle"/>
          </p:nvPr>
        </p:nvSpPr>
        <p:spPr>
          <a:xfrm>
            <a:off x="2273600" y="3851950"/>
            <a:ext cx="61437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If the glacier is receding, the northern </a:t>
            </a:r>
            <a:r>
              <a:rPr lang="en" sz="1400"/>
              <a:t>station</a:t>
            </a:r>
            <a:r>
              <a:rPr lang="en" sz="1400"/>
              <a:t> will move to the north, and the southern station should mover to the south</a:t>
            </a:r>
            <a:endParaRPr sz="1400"/>
          </a:p>
        </p:txBody>
      </p:sp>
      <p:sp>
        <p:nvSpPr>
          <p:cNvPr id="572" name="Google Shape;572;p52"/>
          <p:cNvSpPr txBox="1"/>
          <p:nvPr>
            <p:ph idx="8" type="subTitle"/>
          </p:nvPr>
        </p:nvSpPr>
        <p:spPr>
          <a:xfrm>
            <a:off x="743700" y="2563150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73" name="Google Shape;573;p52"/>
          <p:cNvSpPr txBox="1"/>
          <p:nvPr>
            <p:ph idx="9" type="subTitle"/>
          </p:nvPr>
        </p:nvSpPr>
        <p:spPr>
          <a:xfrm>
            <a:off x="743700" y="3207600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74" name="Google Shape;574;p52"/>
          <p:cNvSpPr txBox="1"/>
          <p:nvPr>
            <p:ph idx="13" type="subTitle"/>
          </p:nvPr>
        </p:nvSpPr>
        <p:spPr>
          <a:xfrm>
            <a:off x="747600" y="3852000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75" name="Google Shape;575;p52"/>
          <p:cNvSpPr txBox="1"/>
          <p:nvPr>
            <p:ph type="title"/>
          </p:nvPr>
        </p:nvSpPr>
        <p:spPr>
          <a:xfrm>
            <a:off x="938600" y="-50"/>
            <a:ext cx="5001900" cy="19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Anticipated Results</a:t>
            </a:r>
            <a:endParaRPr/>
          </a:p>
        </p:txBody>
      </p:sp>
      <p:sp>
        <p:nvSpPr>
          <p:cNvPr id="576" name="Google Shape;576;p52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3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582" name="Google Shape;582;p53"/>
          <p:cNvSpPr/>
          <p:nvPr/>
        </p:nvSpPr>
        <p:spPr>
          <a:xfrm>
            <a:off x="3064375" y="177925"/>
            <a:ext cx="3730800" cy="74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53"/>
          <p:cNvSpPr/>
          <p:nvPr/>
        </p:nvSpPr>
        <p:spPr>
          <a:xfrm>
            <a:off x="3064375" y="1203450"/>
            <a:ext cx="3730800" cy="1740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53"/>
          <p:cNvSpPr/>
          <p:nvPr/>
        </p:nvSpPr>
        <p:spPr>
          <a:xfrm>
            <a:off x="938600" y="3224550"/>
            <a:ext cx="1725300" cy="174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5" name="Google Shape;585;p53"/>
          <p:cNvSpPr/>
          <p:nvPr/>
        </p:nvSpPr>
        <p:spPr>
          <a:xfrm>
            <a:off x="3029102" y="3224550"/>
            <a:ext cx="1725300" cy="174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6" name="Google Shape;586;p53"/>
          <p:cNvSpPr/>
          <p:nvPr/>
        </p:nvSpPr>
        <p:spPr>
          <a:xfrm>
            <a:off x="5112003" y="3224675"/>
            <a:ext cx="1725300" cy="174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7" name="Google Shape;587;p53"/>
          <p:cNvSpPr/>
          <p:nvPr/>
        </p:nvSpPr>
        <p:spPr>
          <a:xfrm>
            <a:off x="7194905" y="3224550"/>
            <a:ext cx="1725300" cy="174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588" name="Google Shape;588;p53"/>
          <p:cNvCxnSpPr/>
          <p:nvPr/>
        </p:nvCxnSpPr>
        <p:spPr>
          <a:xfrm>
            <a:off x="4937425" y="923250"/>
            <a:ext cx="0" cy="28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53"/>
          <p:cNvCxnSpPr/>
          <p:nvPr/>
        </p:nvCxnSpPr>
        <p:spPr>
          <a:xfrm>
            <a:off x="4939925" y="2944325"/>
            <a:ext cx="0" cy="115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53"/>
          <p:cNvCxnSpPr/>
          <p:nvPr/>
        </p:nvCxnSpPr>
        <p:spPr>
          <a:xfrm>
            <a:off x="2661275" y="4095000"/>
            <a:ext cx="363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53"/>
          <p:cNvCxnSpPr/>
          <p:nvPr/>
        </p:nvCxnSpPr>
        <p:spPr>
          <a:xfrm>
            <a:off x="4758250" y="4095000"/>
            <a:ext cx="35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53"/>
          <p:cNvSpPr txBox="1"/>
          <p:nvPr>
            <p:ph idx="4294967295" type="title"/>
          </p:nvPr>
        </p:nvSpPr>
        <p:spPr>
          <a:xfrm>
            <a:off x="3064375" y="177925"/>
            <a:ext cx="3730800" cy="7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RESULTING FIGURES</a:t>
            </a:r>
            <a:endParaRPr/>
          </a:p>
        </p:txBody>
      </p:sp>
      <p:sp>
        <p:nvSpPr>
          <p:cNvPr id="593" name="Google Shape;593;p53"/>
          <p:cNvSpPr txBox="1"/>
          <p:nvPr>
            <p:ph idx="4294967295" type="title"/>
          </p:nvPr>
        </p:nvSpPr>
        <p:spPr>
          <a:xfrm>
            <a:off x="3072025" y="1206575"/>
            <a:ext cx="3730800" cy="6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Chosen Stations</a:t>
            </a:r>
            <a:endParaRPr/>
          </a:p>
        </p:txBody>
      </p:sp>
      <p:sp>
        <p:nvSpPr>
          <p:cNvPr id="594" name="Google Shape;594;p53"/>
          <p:cNvSpPr txBox="1"/>
          <p:nvPr>
            <p:ph idx="4294967295" type="body"/>
          </p:nvPr>
        </p:nvSpPr>
        <p:spPr>
          <a:xfrm>
            <a:off x="938600" y="3219600"/>
            <a:ext cx="1725300" cy="15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 1 and 2: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GNSS station data over span of 2006 to 2026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Residual GNSS data </a:t>
            </a:r>
            <a:endParaRPr/>
          </a:p>
        </p:txBody>
      </p:sp>
      <p:sp>
        <p:nvSpPr>
          <p:cNvPr id="595" name="Google Shape;595;p53"/>
          <p:cNvSpPr txBox="1"/>
          <p:nvPr>
            <p:ph idx="4294967295" type="body"/>
          </p:nvPr>
        </p:nvSpPr>
        <p:spPr>
          <a:xfrm>
            <a:off x="5112000" y="3218475"/>
            <a:ext cx="1725300" cy="14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 4 and 5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Initial and </a:t>
            </a:r>
            <a:r>
              <a:rPr lang="en"/>
              <a:t>final</a:t>
            </a:r>
            <a:r>
              <a:rPr lang="en"/>
              <a:t> 2D digital elevation models</a:t>
            </a:r>
            <a:endParaRPr/>
          </a:p>
        </p:txBody>
      </p:sp>
      <p:sp>
        <p:nvSpPr>
          <p:cNvPr id="596" name="Google Shape;596;p53"/>
          <p:cNvSpPr txBox="1"/>
          <p:nvPr>
            <p:ph idx="4294967295" type="body"/>
          </p:nvPr>
        </p:nvSpPr>
        <p:spPr>
          <a:xfrm>
            <a:off x="3025300" y="3218475"/>
            <a:ext cx="1725300" cy="13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 3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Station velocity vectors plotted on map of Alaska</a:t>
            </a:r>
            <a:endParaRPr/>
          </a:p>
        </p:txBody>
      </p:sp>
      <p:sp>
        <p:nvSpPr>
          <p:cNvPr id="597" name="Google Shape;597;p53"/>
          <p:cNvSpPr txBox="1"/>
          <p:nvPr>
            <p:ph idx="4294967295" type="body"/>
          </p:nvPr>
        </p:nvSpPr>
        <p:spPr>
          <a:xfrm>
            <a:off x="7202600" y="3217800"/>
            <a:ext cx="1725300" cy="14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Figures 6 and 7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Initial and final 3D digital elevation models</a:t>
            </a:r>
            <a:endParaRPr/>
          </a:p>
        </p:txBody>
      </p:sp>
      <p:sp>
        <p:nvSpPr>
          <p:cNvPr id="598" name="Google Shape;598;p53"/>
          <p:cNvSpPr txBox="1"/>
          <p:nvPr>
            <p:ph idx="4294967295" type="body"/>
          </p:nvPr>
        </p:nvSpPr>
        <p:spPr>
          <a:xfrm>
            <a:off x="3360125" y="1668725"/>
            <a:ext cx="3349200" cy="12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BMCP</a:t>
            </a:r>
            <a:r>
              <a:rPr lang="en" sz="900"/>
              <a:t> - GNSS data collector Located in the South portion of Glacier Bay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QUIC </a:t>
            </a:r>
            <a:r>
              <a:rPr lang="en" sz="900"/>
              <a:t>- GNSS data collector located in the Northern portion of Glacier Bay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Initial LiDAR - AW3D30</a:t>
            </a:r>
            <a:r>
              <a:rPr lang="en" sz="900"/>
              <a:t> - LiDAR Survey from 1/2006 to 1/2011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/>
              <a:t>Final LiDar - COP30</a:t>
            </a:r>
            <a:r>
              <a:rPr lang="en" sz="900"/>
              <a:t> - LiDAR survey from 1/2011 to 7/2015</a:t>
            </a:r>
            <a:endParaRPr sz="900"/>
          </a:p>
        </p:txBody>
      </p:sp>
      <p:cxnSp>
        <p:nvCxnSpPr>
          <p:cNvPr id="599" name="Google Shape;599;p53"/>
          <p:cNvCxnSpPr/>
          <p:nvPr/>
        </p:nvCxnSpPr>
        <p:spPr>
          <a:xfrm>
            <a:off x="6837300" y="4095125"/>
            <a:ext cx="350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53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4"/>
          <p:cNvSpPr txBox="1"/>
          <p:nvPr>
            <p:ph idx="1" type="subTitle"/>
          </p:nvPr>
        </p:nvSpPr>
        <p:spPr>
          <a:xfrm>
            <a:off x="91750" y="-306200"/>
            <a:ext cx="4316700" cy="12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Station Time Series</a:t>
            </a:r>
            <a:endParaRPr/>
          </a:p>
        </p:txBody>
      </p:sp>
      <p:sp>
        <p:nvSpPr>
          <p:cNvPr id="606" name="Google Shape;606;p54"/>
          <p:cNvSpPr txBox="1"/>
          <p:nvPr>
            <p:ph type="title"/>
          </p:nvPr>
        </p:nvSpPr>
        <p:spPr>
          <a:xfrm>
            <a:off x="91750" y="-3267225"/>
            <a:ext cx="47916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TIMESCALE + RESIDUALS</a:t>
            </a:r>
            <a:endParaRPr sz="5000"/>
          </a:p>
        </p:txBody>
      </p:sp>
      <p:pic>
        <p:nvPicPr>
          <p:cNvPr id="607" name="Google Shape;60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888" y="908200"/>
            <a:ext cx="6212124" cy="394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5"/>
          <p:cNvSpPr txBox="1"/>
          <p:nvPr>
            <p:ph idx="1" type="subTitle"/>
          </p:nvPr>
        </p:nvSpPr>
        <p:spPr>
          <a:xfrm>
            <a:off x="91750" y="-214850"/>
            <a:ext cx="5462100" cy="12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Station Time Series Residuals</a:t>
            </a:r>
            <a:endParaRPr/>
          </a:p>
        </p:txBody>
      </p:sp>
      <p:sp>
        <p:nvSpPr>
          <p:cNvPr id="613" name="Google Shape;613;p55"/>
          <p:cNvSpPr txBox="1"/>
          <p:nvPr>
            <p:ph type="title"/>
          </p:nvPr>
        </p:nvSpPr>
        <p:spPr>
          <a:xfrm>
            <a:off x="91750" y="-3267225"/>
            <a:ext cx="47916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TIMESCALE + RESIDUALS</a:t>
            </a:r>
            <a:endParaRPr sz="5000"/>
          </a:p>
        </p:txBody>
      </p:sp>
      <p:pic>
        <p:nvPicPr>
          <p:cNvPr id="614" name="Google Shape;61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150" y="1039075"/>
            <a:ext cx="6154726" cy="3975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"/>
          <p:cNvSpPr/>
          <p:nvPr/>
        </p:nvSpPr>
        <p:spPr>
          <a:xfrm>
            <a:off x="869925" y="87000"/>
            <a:ext cx="4255800" cy="4980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20" name="Google Shape;620;p56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21" name="Google Shape;621;p56"/>
          <p:cNvSpPr txBox="1"/>
          <p:nvPr>
            <p:ph idx="4" type="title"/>
          </p:nvPr>
        </p:nvSpPr>
        <p:spPr>
          <a:xfrm>
            <a:off x="5259900" y="-100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Station Position Change Velocity Vectors on Map of Alaska</a:t>
            </a:r>
            <a:endParaRPr/>
          </a:p>
        </p:txBody>
      </p:sp>
      <p:sp>
        <p:nvSpPr>
          <p:cNvPr id="622" name="Google Shape;622;p56"/>
          <p:cNvSpPr txBox="1"/>
          <p:nvPr>
            <p:ph idx="5" type="title"/>
          </p:nvPr>
        </p:nvSpPr>
        <p:spPr>
          <a:xfrm>
            <a:off x="5255800" y="1285688"/>
            <a:ext cx="38841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1- Station QUIC </a:t>
            </a:r>
            <a:endParaRPr/>
          </a:p>
        </p:txBody>
      </p:sp>
      <p:sp>
        <p:nvSpPr>
          <p:cNvPr id="623" name="Google Shape;623;p56"/>
          <p:cNvSpPr txBox="1"/>
          <p:nvPr>
            <p:ph idx="6" type="title"/>
          </p:nvPr>
        </p:nvSpPr>
        <p:spPr>
          <a:xfrm>
            <a:off x="5255850" y="2571713"/>
            <a:ext cx="35391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2- Station BMCP</a:t>
            </a:r>
            <a:endParaRPr/>
          </a:p>
        </p:txBody>
      </p:sp>
      <p:sp>
        <p:nvSpPr>
          <p:cNvPr id="624" name="Google Shape;624;p56"/>
          <p:cNvSpPr txBox="1"/>
          <p:nvPr>
            <p:ph idx="8" type="body"/>
          </p:nvPr>
        </p:nvSpPr>
        <p:spPr>
          <a:xfrm>
            <a:off x="5263450" y="683550"/>
            <a:ext cx="3884100" cy="6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625" name="Google Shape;625;p56"/>
          <p:cNvSpPr txBox="1"/>
          <p:nvPr>
            <p:ph idx="9" type="body"/>
          </p:nvPr>
        </p:nvSpPr>
        <p:spPr>
          <a:xfrm>
            <a:off x="5259750" y="1969238"/>
            <a:ext cx="3884100" cy="6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Work Sans Medium"/>
                <a:ea typeface="Work Sans Medium"/>
                <a:cs typeface="Work Sans Medium"/>
                <a:sym typeface="Work Sans Medium"/>
              </a:rPr>
              <a:t>Southern Station</a:t>
            </a:r>
            <a:endParaRPr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626" name="Google Shape;626;p56"/>
          <p:cNvSpPr txBox="1"/>
          <p:nvPr>
            <p:ph idx="13" type="body"/>
          </p:nvPr>
        </p:nvSpPr>
        <p:spPr>
          <a:xfrm>
            <a:off x="5251950" y="3229838"/>
            <a:ext cx="3884100" cy="6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Work Sans Medium"/>
                <a:ea typeface="Work Sans Medium"/>
                <a:cs typeface="Work Sans Medium"/>
                <a:sym typeface="Work Sans Medium"/>
              </a:rPr>
              <a:t>Northern</a:t>
            </a:r>
            <a:r>
              <a:rPr lang="en">
                <a:latin typeface="Work Sans Medium"/>
                <a:ea typeface="Work Sans Medium"/>
                <a:cs typeface="Work Sans Medium"/>
                <a:sym typeface="Work Sans Medium"/>
              </a:rPr>
              <a:t> Station</a:t>
            </a:r>
            <a:endParaRPr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627" name="Google Shape;627;p56"/>
          <p:cNvSpPr txBox="1"/>
          <p:nvPr>
            <p:ph idx="14" type="body"/>
          </p:nvPr>
        </p:nvSpPr>
        <p:spPr>
          <a:xfrm>
            <a:off x="5263450" y="4541675"/>
            <a:ext cx="3884100" cy="6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latin typeface="Work Sans Medium"/>
                <a:ea typeface="Work Sans Medium"/>
                <a:cs typeface="Work Sans Medium"/>
                <a:sym typeface="Work Sans Medium"/>
              </a:rPr>
              <a:t>Objective 4</a:t>
            </a:r>
            <a:endParaRPr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628" name="Google Shape;628;p56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9" name="Google Shape;62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600" y="1011450"/>
            <a:ext cx="4043198" cy="26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7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35" name="Google Shape;635;p57"/>
          <p:cNvSpPr txBox="1"/>
          <p:nvPr>
            <p:ph idx="3" type="title"/>
          </p:nvPr>
        </p:nvSpPr>
        <p:spPr>
          <a:xfrm>
            <a:off x="5263800" y="50"/>
            <a:ext cx="37386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DEMs</a:t>
            </a:r>
            <a:endParaRPr sz="10000"/>
          </a:p>
        </p:txBody>
      </p:sp>
      <p:sp>
        <p:nvSpPr>
          <p:cNvPr id="636" name="Google Shape;636;p57"/>
          <p:cNvSpPr txBox="1"/>
          <p:nvPr>
            <p:ph idx="4" type="title"/>
          </p:nvPr>
        </p:nvSpPr>
        <p:spPr>
          <a:xfrm>
            <a:off x="5259850" y="3343975"/>
            <a:ext cx="19473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initial</a:t>
            </a:r>
            <a:endParaRPr sz="5000"/>
          </a:p>
        </p:txBody>
      </p:sp>
      <p:sp>
        <p:nvSpPr>
          <p:cNvPr id="637" name="Google Shape;637;p57"/>
          <p:cNvSpPr txBox="1"/>
          <p:nvPr>
            <p:ph idx="5" type="title"/>
          </p:nvPr>
        </p:nvSpPr>
        <p:spPr>
          <a:xfrm>
            <a:off x="7207200" y="2572025"/>
            <a:ext cx="1947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</a:t>
            </a:r>
            <a:endParaRPr/>
          </a:p>
        </p:txBody>
      </p:sp>
      <p:sp>
        <p:nvSpPr>
          <p:cNvPr id="638" name="Google Shape;638;p57"/>
          <p:cNvSpPr txBox="1"/>
          <p:nvPr>
            <p:ph idx="9" type="body"/>
          </p:nvPr>
        </p:nvSpPr>
        <p:spPr>
          <a:xfrm>
            <a:off x="7207200" y="3439575"/>
            <a:ext cx="1947300" cy="4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20XX</a:t>
            </a:r>
            <a:r>
              <a:rPr lang="en"/>
              <a:t> objective</a:t>
            </a:r>
            <a:endParaRPr/>
          </a:p>
        </p:txBody>
      </p:sp>
      <p:sp>
        <p:nvSpPr>
          <p:cNvPr id="639" name="Google Shape;639;p57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0" name="Google Shape;64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013" y="935350"/>
            <a:ext cx="4159505" cy="260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7"/>
          <p:cNvSpPr txBox="1"/>
          <p:nvPr>
            <p:ph idx="14" type="subTitle"/>
          </p:nvPr>
        </p:nvSpPr>
        <p:spPr>
          <a:xfrm>
            <a:off x="979913" y="3684850"/>
            <a:ext cx="3738600" cy="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DIGITAL ELEVATION MODEL - 2D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FROM OPENTOPOGRAPHY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58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47" name="Google Shape;647;p58"/>
          <p:cNvSpPr txBox="1"/>
          <p:nvPr>
            <p:ph idx="3" type="title"/>
          </p:nvPr>
        </p:nvSpPr>
        <p:spPr>
          <a:xfrm>
            <a:off x="5263800" y="50"/>
            <a:ext cx="37386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DEMs</a:t>
            </a:r>
            <a:endParaRPr sz="10000"/>
          </a:p>
        </p:txBody>
      </p:sp>
      <p:sp>
        <p:nvSpPr>
          <p:cNvPr id="648" name="Google Shape;648;p58"/>
          <p:cNvSpPr txBox="1"/>
          <p:nvPr>
            <p:ph idx="4" type="title"/>
          </p:nvPr>
        </p:nvSpPr>
        <p:spPr>
          <a:xfrm>
            <a:off x="5259825" y="2571900"/>
            <a:ext cx="19473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final</a:t>
            </a:r>
            <a:endParaRPr sz="5000"/>
          </a:p>
        </p:txBody>
      </p:sp>
      <p:sp>
        <p:nvSpPr>
          <p:cNvPr id="649" name="Google Shape;649;p58"/>
          <p:cNvSpPr txBox="1"/>
          <p:nvPr>
            <p:ph idx="5" type="title"/>
          </p:nvPr>
        </p:nvSpPr>
        <p:spPr>
          <a:xfrm>
            <a:off x="7207200" y="2572025"/>
            <a:ext cx="1947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</a:t>
            </a:r>
            <a:endParaRPr/>
          </a:p>
        </p:txBody>
      </p:sp>
      <p:sp>
        <p:nvSpPr>
          <p:cNvPr id="650" name="Google Shape;650;p58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58"/>
          <p:cNvSpPr txBox="1"/>
          <p:nvPr>
            <p:ph idx="14" type="subTitle"/>
          </p:nvPr>
        </p:nvSpPr>
        <p:spPr>
          <a:xfrm>
            <a:off x="979913" y="3619800"/>
            <a:ext cx="3738600" cy="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DIGITAL ELEVATION MODEL - 2D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FROM OPENTOPOGRAPHY</a:t>
            </a:r>
            <a:endParaRPr/>
          </a:p>
        </p:txBody>
      </p:sp>
      <p:pic>
        <p:nvPicPr>
          <p:cNvPr id="652" name="Google Shape;6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013" y="870300"/>
            <a:ext cx="4159505" cy="26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9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58" name="Google Shape;658;p59"/>
          <p:cNvSpPr txBox="1"/>
          <p:nvPr>
            <p:ph idx="3" type="title"/>
          </p:nvPr>
        </p:nvSpPr>
        <p:spPr>
          <a:xfrm>
            <a:off x="5263800" y="50"/>
            <a:ext cx="37386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DEMs</a:t>
            </a:r>
            <a:endParaRPr sz="10000"/>
          </a:p>
        </p:txBody>
      </p:sp>
      <p:sp>
        <p:nvSpPr>
          <p:cNvPr id="659" name="Google Shape;659;p59"/>
          <p:cNvSpPr txBox="1"/>
          <p:nvPr>
            <p:ph idx="4" type="title"/>
          </p:nvPr>
        </p:nvSpPr>
        <p:spPr>
          <a:xfrm>
            <a:off x="5255650" y="3609000"/>
            <a:ext cx="19473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initial</a:t>
            </a:r>
            <a:endParaRPr sz="5000"/>
          </a:p>
        </p:txBody>
      </p:sp>
      <p:sp>
        <p:nvSpPr>
          <p:cNvPr id="660" name="Google Shape;660;p59"/>
          <p:cNvSpPr txBox="1"/>
          <p:nvPr>
            <p:ph idx="5" type="title"/>
          </p:nvPr>
        </p:nvSpPr>
        <p:spPr>
          <a:xfrm>
            <a:off x="7207200" y="2572025"/>
            <a:ext cx="1947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</a:t>
            </a:r>
            <a:endParaRPr/>
          </a:p>
        </p:txBody>
      </p:sp>
      <p:sp>
        <p:nvSpPr>
          <p:cNvPr id="661" name="Google Shape;661;p59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2" name="Google Shape;662;p59"/>
          <p:cNvSpPr txBox="1"/>
          <p:nvPr>
            <p:ph idx="14" type="subTitle"/>
          </p:nvPr>
        </p:nvSpPr>
        <p:spPr>
          <a:xfrm>
            <a:off x="900000" y="3826500"/>
            <a:ext cx="37833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DIGITAL ELEVATION MODEL - 3D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FROM OPENTOPOGRAPHY</a:t>
            </a:r>
            <a:endParaRPr/>
          </a:p>
        </p:txBody>
      </p:sp>
      <p:sp>
        <p:nvSpPr>
          <p:cNvPr id="663" name="Google Shape;663;p59"/>
          <p:cNvSpPr txBox="1"/>
          <p:nvPr/>
        </p:nvSpPr>
        <p:spPr>
          <a:xfrm>
            <a:off x="957900" y="3826500"/>
            <a:ext cx="40839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64" name="Google Shape;66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25" y="617816"/>
            <a:ext cx="4772273" cy="294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0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670" name="Google Shape;670;p60"/>
          <p:cNvSpPr txBox="1"/>
          <p:nvPr>
            <p:ph idx="3" type="title"/>
          </p:nvPr>
        </p:nvSpPr>
        <p:spPr>
          <a:xfrm>
            <a:off x="5263800" y="50"/>
            <a:ext cx="37386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DEMs</a:t>
            </a:r>
            <a:endParaRPr sz="10000"/>
          </a:p>
        </p:txBody>
      </p:sp>
      <p:sp>
        <p:nvSpPr>
          <p:cNvPr id="671" name="Google Shape;671;p60"/>
          <p:cNvSpPr txBox="1"/>
          <p:nvPr>
            <p:ph idx="4" type="title"/>
          </p:nvPr>
        </p:nvSpPr>
        <p:spPr>
          <a:xfrm>
            <a:off x="5255650" y="3268025"/>
            <a:ext cx="19473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final</a:t>
            </a:r>
            <a:endParaRPr sz="5000"/>
          </a:p>
        </p:txBody>
      </p:sp>
      <p:sp>
        <p:nvSpPr>
          <p:cNvPr id="672" name="Google Shape;672;p60"/>
          <p:cNvSpPr txBox="1"/>
          <p:nvPr>
            <p:ph idx="5" type="title"/>
          </p:nvPr>
        </p:nvSpPr>
        <p:spPr>
          <a:xfrm>
            <a:off x="7207200" y="2572025"/>
            <a:ext cx="1947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3D</a:t>
            </a:r>
            <a:endParaRPr/>
          </a:p>
        </p:txBody>
      </p:sp>
      <p:sp>
        <p:nvSpPr>
          <p:cNvPr id="673" name="Google Shape;673;p60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60"/>
          <p:cNvSpPr txBox="1"/>
          <p:nvPr/>
        </p:nvSpPr>
        <p:spPr>
          <a:xfrm>
            <a:off x="957900" y="3663775"/>
            <a:ext cx="4083900" cy="11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75" name="Google Shape;67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525" y="608950"/>
            <a:ext cx="4772501" cy="29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0"/>
          <p:cNvSpPr txBox="1"/>
          <p:nvPr>
            <p:ph idx="14" type="subTitle"/>
          </p:nvPr>
        </p:nvSpPr>
        <p:spPr>
          <a:xfrm>
            <a:off x="957900" y="3729800"/>
            <a:ext cx="40839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DIGITAL ELEVATION MODEL - 3D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FROM </a:t>
            </a:r>
            <a:r>
              <a:rPr lang="en"/>
              <a:t>OPENTOPOGRAPHY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1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82" name="Google Shape;682;p61"/>
          <p:cNvSpPr/>
          <p:nvPr/>
        </p:nvSpPr>
        <p:spPr>
          <a:xfrm>
            <a:off x="6050400" y="3408300"/>
            <a:ext cx="3098700" cy="17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83" name="Google Shape;683;p61"/>
          <p:cNvSpPr txBox="1"/>
          <p:nvPr>
            <p:ph idx="5" type="title"/>
          </p:nvPr>
        </p:nvSpPr>
        <p:spPr>
          <a:xfrm>
            <a:off x="6055500" y="3408300"/>
            <a:ext cx="30246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Annual Station Change in Ice over 20 years</a:t>
            </a:r>
            <a:endParaRPr sz="1800"/>
          </a:p>
        </p:txBody>
      </p:sp>
      <p:sp>
        <p:nvSpPr>
          <p:cNvPr id="684" name="Google Shape;684;p61"/>
          <p:cNvSpPr txBox="1"/>
          <p:nvPr>
            <p:ph idx="4" type="body"/>
          </p:nvPr>
        </p:nvSpPr>
        <p:spPr>
          <a:xfrm>
            <a:off x="6060150" y="4050425"/>
            <a:ext cx="2323800" cy="7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Station BMPC- -0.2780 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Station QUIC- +0.1263</a:t>
            </a:r>
            <a:endParaRPr/>
          </a:p>
        </p:txBody>
      </p:sp>
      <p:sp>
        <p:nvSpPr>
          <p:cNvPr id="685" name="Google Shape;685;p61"/>
          <p:cNvSpPr txBox="1"/>
          <p:nvPr>
            <p:ph type="title"/>
          </p:nvPr>
        </p:nvSpPr>
        <p:spPr>
          <a:xfrm>
            <a:off x="1064600" y="1401375"/>
            <a:ext cx="34392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1"/>
          <p:cNvSpPr txBox="1"/>
          <p:nvPr>
            <p:ph idx="6" type="body"/>
          </p:nvPr>
        </p:nvSpPr>
        <p:spPr>
          <a:xfrm>
            <a:off x="865400" y="2122200"/>
            <a:ext cx="44646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 can observe </a:t>
            </a:r>
            <a:r>
              <a:rPr lang="en" sz="1400"/>
              <a:t>glacier</a:t>
            </a:r>
            <a:r>
              <a:rPr lang="en" sz="1400"/>
              <a:t> change even if its minor!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 want to make sure the glaciers are growing back </a:t>
            </a:r>
            <a:r>
              <a:rPr lang="en" sz="1400"/>
              <a:t>the ice they melted at a balanced rate. When the glaciers melt faster than they can refreeze, we have to worry about how local communities will be affected by the subsequent sea level rise.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61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8" name="Google Shape;68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000" y="380775"/>
            <a:ext cx="3545139" cy="236342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1"/>
          <p:cNvSpPr txBox="1"/>
          <p:nvPr/>
        </p:nvSpPr>
        <p:spPr>
          <a:xfrm>
            <a:off x="5451700" y="2413050"/>
            <a:ext cx="25593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Image retrieved from </a:t>
            </a:r>
            <a:r>
              <a:rPr lang="en" sz="500" u="sng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https://peakvisor.com/park/glacier-bay-national-park.html#gustavus-alaska</a:t>
            </a:r>
            <a:r>
              <a:rPr lang="en" sz="500">
                <a:solidFill>
                  <a:srgbClr val="0000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500">
              <a:solidFill>
                <a:srgbClr val="0000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90" name="Google Shape;690;p61"/>
          <p:cNvSpPr txBox="1"/>
          <p:nvPr/>
        </p:nvSpPr>
        <p:spPr>
          <a:xfrm>
            <a:off x="1652875" y="3947325"/>
            <a:ext cx="33492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But this glacier is doing ok so we don’t have to worry yet!</a:t>
            </a:r>
            <a:endParaRPr sz="13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62"/>
          <p:cNvSpPr txBox="1"/>
          <p:nvPr>
            <p:ph idx="4294967295" type="title"/>
          </p:nvPr>
        </p:nvSpPr>
        <p:spPr>
          <a:xfrm>
            <a:off x="987950" y="1569000"/>
            <a:ext cx="6655200" cy="20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THANK YOU!!!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696" name="Google Shape;696;p62"/>
          <p:cNvSpPr txBox="1"/>
          <p:nvPr/>
        </p:nvSpPr>
        <p:spPr>
          <a:xfrm>
            <a:off x="1313025" y="3475075"/>
            <a:ext cx="72561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CCCC"/>
                </a:solidFill>
                <a:latin typeface="Work Sans"/>
                <a:ea typeface="Work Sans"/>
                <a:cs typeface="Work Sans"/>
                <a:sym typeface="Work Sans"/>
              </a:rPr>
              <a:t>Sources:</a:t>
            </a:r>
            <a:endParaRPr sz="1200">
              <a:solidFill>
                <a:srgbClr val="CCCCCC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00"/>
              <a:buFont typeface="Work Sans"/>
              <a:buChar char="●"/>
            </a:pPr>
            <a:r>
              <a:rPr lang="en" sz="900" u="sng">
                <a:solidFill>
                  <a:srgbClr val="B7B7B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https://eos.org/research-spotlights/glaciers-rise-and-fall-and-melt-with-tides</a:t>
            </a:r>
            <a:r>
              <a:rPr lang="en" sz="900">
                <a:solidFill>
                  <a:srgbClr val="B7B7B7"/>
                </a:solidFill>
              </a:rPr>
              <a:t> </a:t>
            </a:r>
            <a:endParaRPr sz="900">
              <a:solidFill>
                <a:srgbClr val="B7B7B7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900"/>
              <a:buChar char="●"/>
            </a:pPr>
            <a:r>
              <a:rPr lang="en" sz="900" u="sng">
                <a:solidFill>
                  <a:srgbClr val="B7B7B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https://www.septentrio.com/en/learn-more/insights/gnss-cold-climate</a:t>
            </a:r>
            <a:r>
              <a:rPr lang="en" sz="900">
                <a:solidFill>
                  <a:srgbClr val="B7B7B7"/>
                </a:solidFill>
              </a:rPr>
              <a:t> </a:t>
            </a:r>
            <a:endParaRPr sz="900">
              <a:solidFill>
                <a:srgbClr val="B7B7B7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900"/>
              <a:buChar char="●"/>
            </a:pPr>
            <a:r>
              <a:rPr lang="en" sz="900" u="sng">
                <a:solidFill>
                  <a:srgbClr val="B7B7B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https://peakvisor.com/peak/mount-barnard-canada.html</a:t>
            </a:r>
            <a:r>
              <a:rPr lang="en" sz="900">
                <a:solidFill>
                  <a:srgbClr val="B7B7B7"/>
                </a:solidFill>
              </a:rPr>
              <a:t> </a:t>
            </a:r>
            <a:endParaRPr sz="9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nual Planning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71969D"/>
      </a:lt2>
      <a:accent1>
        <a:srgbClr val="CABFDA"/>
      </a:accent1>
      <a:accent2>
        <a:srgbClr val="FFC6C6"/>
      </a:accent2>
      <a:accent3>
        <a:srgbClr val="192B31"/>
      </a:accent3>
      <a:accent4>
        <a:srgbClr val="000000"/>
      </a:accent4>
      <a:accent5>
        <a:srgbClr val="F37021"/>
      </a:accent5>
      <a:accent6>
        <a:srgbClr val="554D4D"/>
      </a:accent6>
      <a:hlink>
        <a:srgbClr val="1616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
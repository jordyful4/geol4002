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1b61a8f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1b61a8f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1b61a8fd0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1b61a8fd0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1b61a8fd0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1b61a8fd0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d1b61a8fd0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d1b61a8fd0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d1b61a8fd0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d1b61a8fd0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et.al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Wednesday - March 25, 2026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130200" y="1895400"/>
            <a:ext cx="7266300" cy="21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Landscape Effects from 2021 California Wild Fires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Jordyn Fulton | GEOL 4002 | Luttrell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2" type="title"/>
          </p:nvPr>
        </p:nvSpPr>
        <p:spPr>
          <a:xfrm>
            <a:off x="115025" y="502775"/>
            <a:ext cx="72261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Project Question: How is Sierra Nevada’s vegetation impacted by wildfires?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41" name="Google Shape;941;p64"/>
          <p:cNvSpPr txBox="1"/>
          <p:nvPr>
            <p:ph idx="4294967295" type="subTitle"/>
          </p:nvPr>
        </p:nvSpPr>
        <p:spPr>
          <a:xfrm>
            <a:off x="227700" y="2055600"/>
            <a:ext cx="4204200" cy="23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Transformational erosion and deposition can happen as a result of runoff being able to move fast with ground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cover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foliage burned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out of the way. DeLong </a:t>
            </a:r>
            <a:r>
              <a:rPr lang="en" sz="1100" u="sng">
                <a:solidFill>
                  <a:schemeClr val="hlink"/>
                </a:solidFill>
                <a:latin typeface="Sora Light"/>
                <a:ea typeface="Sora Light"/>
                <a:cs typeface="Sora Light"/>
                <a:sym typeface="Sora Light"/>
                <a:hlinkClick r:id="rId3"/>
              </a:rPr>
              <a:t>et.al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. (2017) plotted landscape changes  detected by LiDAR over Chiricahua Mountains, Arizona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Since California experiences frequent large scale wildfires, there is a better supply of comparative data .  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2" name="Google Shape;942;p64"/>
          <p:cNvSpPr txBox="1"/>
          <p:nvPr>
            <p:ph idx="1" type="body"/>
          </p:nvPr>
        </p:nvSpPr>
        <p:spPr>
          <a:xfrm>
            <a:off x="135725" y="908969"/>
            <a:ext cx="8107500" cy="126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Concept and Research Background Information</a:t>
            </a:r>
            <a:endParaRPr/>
          </a:p>
        </p:txBody>
      </p:sp>
      <p:pic>
        <p:nvPicPr>
          <p:cNvPr id="943" name="Google Shape;94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476" y="1530201"/>
            <a:ext cx="3895475" cy="3286801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64"/>
          <p:cNvSpPr txBox="1"/>
          <p:nvPr/>
        </p:nvSpPr>
        <p:spPr>
          <a:xfrm>
            <a:off x="5738675" y="4026000"/>
            <a:ext cx="2791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Image retrieved from NASA (2022)</a:t>
            </a:r>
            <a:endParaRPr sz="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Area of Study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Sierra Nevada, California, south west of Lake Tahoe, an area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impacted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by the Caldo Wildfire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0" name="Google Shape;950;p6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Forming Analysis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Create Matlab script that will plot and take the difference between the two sets of point cloud data in order to see the cumulative change in landscape in one figure.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1" name="Google Shape;951;p65"/>
          <p:cNvSpPr txBox="1"/>
          <p:nvPr>
            <p:ph idx="3" type="title"/>
          </p:nvPr>
        </p:nvSpPr>
        <p:spPr>
          <a:xfrm>
            <a:off x="5434475" y="1709075"/>
            <a:ext cx="1665300" cy="23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Gathering Data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Retrieved LiDAR data of survey area from 2021 and 2022 using OpenTopography.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Used MATLAB to write a program that displayed hillshades of surveyed area.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2" name="Google Shape;952;p65"/>
          <p:cNvSpPr txBox="1"/>
          <p:nvPr>
            <p:ph idx="5" type="title"/>
          </p:nvPr>
        </p:nvSpPr>
        <p:spPr>
          <a:xfrm>
            <a:off x="228600" y="495575"/>
            <a:ext cx="4639800" cy="1069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of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5"/>
          <p:cNvSpPr/>
          <p:nvPr/>
        </p:nvSpPr>
        <p:spPr>
          <a:xfrm flipH="1" rot="10800000">
            <a:off x="3720025" y="15152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4" name="Google Shape;95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46" y="1166975"/>
            <a:ext cx="3396699" cy="3400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65"/>
          <p:cNvSpPr/>
          <p:nvPr/>
        </p:nvSpPr>
        <p:spPr>
          <a:xfrm>
            <a:off x="2581750" y="2312025"/>
            <a:ext cx="383275" cy="209350"/>
          </a:xfrm>
          <a:prstGeom prst="flowChartProcess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Figure 3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Differenced Digital Surface Model of Sierra Nevada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1" name="Google Shape;961;p66"/>
          <p:cNvSpPr txBox="1"/>
          <p:nvPr>
            <p:ph idx="3" type="title"/>
          </p:nvPr>
        </p:nvSpPr>
        <p:spPr>
          <a:xfrm>
            <a:off x="115025" y="318800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62" name="Google Shape;9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25" y="1241680"/>
            <a:ext cx="9143999" cy="248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968" name="Google Shape;968;p67"/>
          <p:cNvSpPr txBox="1"/>
          <p:nvPr>
            <p:ph idx="4294967295" type="subTitle"/>
          </p:nvPr>
        </p:nvSpPr>
        <p:spPr>
          <a:xfrm>
            <a:off x="614250" y="3093425"/>
            <a:ext cx="79155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 b="1" sz="1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DeLong, Stephen B., et al. “Post-Wildfire Landscape Change and Erosional Processes from Repeat Terrestrial Lidar in a Steep Headwater Catchment, Chiricahua Mountains, Arizona, USA.”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Geomorphology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vol. 300, Jan. 2018, pp. 13–30.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Science Direct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https://doi.org/10.1016/j.geomorph.2017.09.028. Accessed 24 Mar. 2021.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“Horseshoe Two Fire (2011) - Chiricahua National Monument (U.S. National Park Service).”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Nps.gov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2024, www.nps.gov/chir/learn/nature/horseshoe-two-fire-2011.htm. Accessed 23 Mar. 2026.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Orr, Marissa. “Stanford Fire in Cochise County Grows to 160 Acres.”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KVOA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28 Oct. 2025, www.kvoa.com/news/cochisecounty/stanford-fire-in-cochise-county-grows-to-160-acres/article_a3e237ed-71fa-42e3-ade7-021124ce232f.html. Accessed 23 Mar. 2026.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